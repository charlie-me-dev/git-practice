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48" r:id="rId2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84" r:id="rId4"/>
    <p:sldId id="304" r:id="rId5"/>
    <p:sldId id="306" r:id="rId6"/>
    <p:sldId id="308" r:id="rId7"/>
    <p:sldId id="307" r:id="rId8"/>
    <p:sldId id="310" r:id="rId9"/>
    <p:sldId id="311" r:id="rId10"/>
    <p:sldId id="312" r:id="rId11"/>
    <p:sldId id="313" r:id="rId12"/>
    <p:sldId id="314" r:id="rId13"/>
    <p:sldId id="315" r:id="rId14"/>
    <p:sldId id="317" r:id="rId15"/>
    <p:sldId id="319" r:id="rId16"/>
    <p:sldId id="318" r:id="rId17"/>
    <p:sldId id="30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C"/>
    <a:srgbClr val="A6A6A6"/>
    <a:srgbClr val="BFBFBF"/>
    <a:srgbClr val="E32329"/>
    <a:srgbClr val="BE181C"/>
    <a:srgbClr val="C4C5CA"/>
    <a:srgbClr val="E63B40"/>
    <a:srgbClr val="FFFFFF"/>
    <a:srgbClr val="E7474B"/>
    <a:srgbClr val="D9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4114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F59C3BF-CDBA-4CB9-ACED-F59FF3470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FC3D2C-0056-4F89-BE65-1B22FF787B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43D6E-56B9-4EAA-8A2C-7A4C1B423C28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766025-FA82-46FC-9EB0-EAED48E4FB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9EAE55-989F-4045-A899-700595B68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09CC4-838B-4A58-8683-81EC66711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002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48133-4C8F-4DA2-942F-BB5A28B2191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A8996-DFA8-47BB-BF3A-79D2D421B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82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A8996-DFA8-47BB-BF3A-79D2D421BFE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72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86AC5-3E34-4924-8012-9D590ABB0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23EA7C-3400-40BC-A5EF-40BB705CA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3B720-46A4-498E-B35E-55C57820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E7FAF7-64A3-4F41-B35D-6645A70A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99C2C-668F-48E9-A7F3-51FB8038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05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AF220-807C-458E-9A56-7BD19BE1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A4D0D-7AD3-4C9D-8709-7F170E4B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300BE-3820-4259-B208-7C6B4782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A86AC-5CF3-4FCE-8C1A-B8A172B8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27C66-5692-428D-81BC-DA2AE952D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19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C471B-6C04-45EA-85CD-DC2D2BFB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7D899B-85FF-49A6-8CE1-8303A8C48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ED6204-64FB-4583-A70A-4A31F4EA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821CDC-1C39-4923-9271-2E35A0BA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F0FD0-460D-4AE8-82D3-9B401765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2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3D1CB-89C8-4064-8F15-6C201C9D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EB3D68-2549-48ED-9592-6EA29CFAB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56DA27-F0F7-44C6-AAAE-54E25C352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BD5FFC-9373-428B-B6F0-801CB3A4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2D4673-CD5D-4D76-BE4E-BEF981B7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145296-B136-474B-80D6-E74240E6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35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E246E-7BF1-486A-ADB6-8CA3B4A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F5A080-10C2-467C-A66C-45457064C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A690D4-744B-47F6-80EF-2AA4BE28F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D4B493-E700-4467-9A00-2CAC9C1F6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8FB69E-21E6-43D1-907D-FD143C69D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A34996-1637-4B69-9AE3-617F920D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61FBF3-1C2E-4F03-A540-9D2F8BF9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C18B9C-5FEA-43D2-8713-EAD92449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64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67161-1900-49A2-92C5-D95A486BB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D4EDC7-E142-42F2-956D-73B86AFF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941C02-D2B7-49FB-8642-77969EE1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2EF073-CA8F-4CD2-BB7E-511B1D68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9B07D8-C735-4609-9385-110D5D3D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196232-EC06-43BD-98DD-DB6F353F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947C9-1E23-4CD1-BBA7-3CD4341C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8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9FCB5-5726-43A0-A832-2D41C043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9E224-9112-49D3-93D2-75B524B7B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051703-229D-4482-A046-382CE2031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7F1773-0BE1-4DBB-A025-6535F8EB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1EDD4B-D3B0-4C60-A3B1-F3048AD3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4CC36A-DB04-4577-96D7-B451B9AB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50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B8A3D-729D-47F7-997E-D1F5210EF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4FA889-A634-4E0B-A0DE-761709B37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77A152-C172-40F0-B04A-D4528F1FA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5BCBA5-0B1B-46A7-8A09-1724EBDF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F11AFD-B9D4-440B-ABEB-858474AF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DCA8BA-935E-49E0-995C-630244DE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3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BF445-8B98-46B7-9F89-960088C5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E2EFDD-AC29-4497-B44D-4A27272E6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E97B4-A762-441E-A0C2-9B27AA34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B9D14-8FD4-41CB-9417-FD3552B8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1844D-E461-4F9E-AABB-075B551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25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05CF79-811A-4424-9C7B-76E05AAA8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95E4CC-E76D-4197-9ABE-BCC195BD4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7BC5A-82F1-4390-BFA0-15E5D4B5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05336C-129C-491F-ABA4-DD3978E0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97E5F6-5542-4F93-BCA3-0FEBC76D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5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59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E6487-3A42-4A6D-AC93-3C7EBBD7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01D6B4-61AF-4AC0-99A0-61F21B6BD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0D2A7-5EB3-48A5-ADD9-DCC01ECE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9132C-AF5D-47D0-8014-1E978CBF36EE}" type="datetime1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B8BC2-3373-4F0A-AED7-32DF253C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66699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56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291D2-DF67-43F0-BEF2-16368492F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642F79-A503-42FD-BF8C-BFFC53152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8AFFB-E7F4-4ABA-A419-40DA75DD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757D6-B83B-4722-A63C-AD9AA689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A30002-E593-4B5B-971B-4F3362B4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50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2C104-FF02-4B26-91C4-A9450C43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79D35-1B4D-4C4B-AA1D-4F905C89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C8068-0A77-4080-BF32-6B7B9104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52B8C-BFDA-42B3-9709-0C39C2C2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FD411-529C-4E6C-8BA2-B50AEF18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88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CD60A-79E6-4A97-AFA2-F02D3974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209030-8827-4B63-B587-5E9ACE2A2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6542C-B05E-45BC-A248-E2CF54F5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39FDF6-9266-46E5-A66F-5EE7E811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788DBC-A57E-46AC-B724-1B186DB0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69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356C5-2C05-48B2-836E-EE2B55F4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EBFF7-E731-4C09-8272-923864F7E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ED9BB5-326A-4030-B955-290D49E8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3C7097-5776-4944-BF15-A58F71AE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1D54A6-DE42-492B-88F5-1B867FD8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1740CE-8C9A-491E-92C4-57318908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78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AB315-8A54-4F92-B684-5025E533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1988F7-9C66-453C-8D25-B70BBFFB7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3AC31-8E83-4663-A4BB-C78878B9E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D494B9-C956-4EA9-BEAA-2F22216F5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62FE54-AC89-4D0A-A882-A5D7F59A6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90FADD-E45F-4007-BA3F-5CBAB59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4F0A2E-5C80-4E81-9363-F3566C24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172F99-D925-440F-9BBB-935FE3D8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09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97FAB-891F-482C-B9B9-CCAEEB18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7E94BE-9017-4E7D-AD96-5769F97C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D43190-5898-411A-AEE5-50943F1A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DAD17D-990D-4D17-A734-F696D944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97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BFF8A0-AA07-449A-9940-C6FCD255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1C3479-4984-4020-8538-E40B971F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1F07F-8FDA-4ACB-8404-02A39E1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4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8A079-FA45-4B55-9E59-12D599A06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C42BC-4980-4448-984B-D2CED3928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1CE50F-5633-4458-BAD2-DA663610F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3648A4-7856-4522-9986-40B297AA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26B750-DE5C-428D-A1EF-B52406F7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99122-C445-4743-BAC7-525B6CE9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5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23DAC-DD6D-4B63-A6A4-FE7306A6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5640F5-7FE5-452B-B0FC-2538B1B16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BC6487-773D-46E4-BAF4-C1D12737B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F9D2CE-152C-4FDF-8180-AF6BB0A8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CECCFA-76CD-4A78-ADB9-B96C13A3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266999-8553-4942-ADEA-679C4F10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91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B7548-CB38-433F-8BB5-46780CBC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8DB3F1-A815-4A1A-A9D0-62F2BF3D5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06EE4-6F28-4DAB-B498-A200FD3B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832DC9-3623-4F9E-86A3-FFA5C6CF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54612-1C44-4A00-8ACB-EAD0A228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2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A78DE2-1DF4-4BB6-B6EA-7D26CBCA2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A86AEE-66BE-470C-8C19-8E3596D1D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14895-9B29-4F49-BF0E-5C782668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677ABE-211A-4B9A-BDE2-B7540BCE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9291A-C61E-45F7-BDAD-1B85C714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88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19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45ABDC0-6D3F-4BE9-A013-212B8948804A}"/>
              </a:ext>
            </a:extLst>
          </p:cNvPr>
          <p:cNvSpPr/>
          <p:nvPr userDrawn="1"/>
        </p:nvSpPr>
        <p:spPr>
          <a:xfrm>
            <a:off x="0" y="0"/>
            <a:ext cx="12192000" cy="5296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A37C45E-6226-4FE3-907B-C5246E26C643}"/>
              </a:ext>
            </a:extLst>
          </p:cNvPr>
          <p:cNvCxnSpPr/>
          <p:nvPr userDrawn="1"/>
        </p:nvCxnSpPr>
        <p:spPr>
          <a:xfrm>
            <a:off x="0" y="568960"/>
            <a:ext cx="12192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EB9FE8-D323-42A0-BCB3-D6992D856F55}"/>
              </a:ext>
            </a:extLst>
          </p:cNvPr>
          <p:cNvGrpSpPr/>
          <p:nvPr userDrawn="1"/>
        </p:nvGrpSpPr>
        <p:grpSpPr>
          <a:xfrm>
            <a:off x="107968" y="68910"/>
            <a:ext cx="3015150" cy="346932"/>
            <a:chOff x="-3015150" y="7265214"/>
            <a:chExt cx="8347076" cy="9604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8D5503B1-FA2E-4DFB-A9AE-BACAFF2F1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251" y="7846239"/>
              <a:ext cx="193675" cy="311150"/>
            </a:xfrm>
            <a:custGeom>
              <a:avLst/>
              <a:gdLst>
                <a:gd name="T0" fmla="*/ 68 w 122"/>
                <a:gd name="T1" fmla="*/ 114 h 196"/>
                <a:gd name="T2" fmla="*/ 68 w 122"/>
                <a:gd name="T3" fmla="*/ 196 h 196"/>
                <a:gd name="T4" fmla="*/ 55 w 122"/>
                <a:gd name="T5" fmla="*/ 196 h 196"/>
                <a:gd name="T6" fmla="*/ 55 w 122"/>
                <a:gd name="T7" fmla="*/ 114 h 196"/>
                <a:gd name="T8" fmla="*/ 0 w 122"/>
                <a:gd name="T9" fmla="*/ 0 h 196"/>
                <a:gd name="T10" fmla="*/ 15 w 122"/>
                <a:gd name="T11" fmla="*/ 0 h 196"/>
                <a:gd name="T12" fmla="*/ 62 w 122"/>
                <a:gd name="T13" fmla="*/ 99 h 196"/>
                <a:gd name="T14" fmla="*/ 107 w 122"/>
                <a:gd name="T15" fmla="*/ 0 h 196"/>
                <a:gd name="T16" fmla="*/ 122 w 122"/>
                <a:gd name="T17" fmla="*/ 0 h 196"/>
                <a:gd name="T18" fmla="*/ 68 w 122"/>
                <a:gd name="T19" fmla="*/ 114 h 196"/>
                <a:gd name="T20" fmla="*/ 68 w 122"/>
                <a:gd name="T21" fmla="*/ 11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2" h="196">
                  <a:moveTo>
                    <a:pt x="68" y="114"/>
                  </a:moveTo>
                  <a:lnTo>
                    <a:pt x="68" y="196"/>
                  </a:lnTo>
                  <a:lnTo>
                    <a:pt x="55" y="196"/>
                  </a:lnTo>
                  <a:lnTo>
                    <a:pt x="55" y="114"/>
                  </a:lnTo>
                  <a:lnTo>
                    <a:pt x="0" y="0"/>
                  </a:lnTo>
                  <a:lnTo>
                    <a:pt x="15" y="0"/>
                  </a:lnTo>
                  <a:lnTo>
                    <a:pt x="62" y="99"/>
                  </a:lnTo>
                  <a:lnTo>
                    <a:pt x="107" y="0"/>
                  </a:lnTo>
                  <a:lnTo>
                    <a:pt x="122" y="0"/>
                  </a:lnTo>
                  <a:lnTo>
                    <a:pt x="68" y="114"/>
                  </a:lnTo>
                  <a:lnTo>
                    <a:pt x="68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28E1F4B0-C06D-483F-92AD-21041C0B2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27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B32887E-6633-4C12-AF48-BB10E7761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176" y="7846239"/>
              <a:ext cx="195263" cy="311150"/>
            </a:xfrm>
            <a:custGeom>
              <a:avLst/>
              <a:gdLst>
                <a:gd name="T0" fmla="*/ 68 w 123"/>
                <a:gd name="T1" fmla="*/ 13 h 196"/>
                <a:gd name="T2" fmla="*/ 68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8 w 123"/>
                <a:gd name="T17" fmla="*/ 13 h 196"/>
                <a:gd name="T18" fmla="*/ 68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8" y="13"/>
                  </a:moveTo>
                  <a:lnTo>
                    <a:pt x="68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8" y="13"/>
                  </a:lnTo>
                  <a:lnTo>
                    <a:pt x="68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A6399072-DA51-4FEA-8F36-C02CF6298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701" y="7374752"/>
              <a:ext cx="247650" cy="328613"/>
            </a:xfrm>
            <a:custGeom>
              <a:avLst/>
              <a:gdLst>
                <a:gd name="T0" fmla="*/ 113 w 156"/>
                <a:gd name="T1" fmla="*/ 207 h 207"/>
                <a:gd name="T2" fmla="*/ 63 w 156"/>
                <a:gd name="T3" fmla="*/ 113 h 207"/>
                <a:gd name="T4" fmla="*/ 38 w 156"/>
                <a:gd name="T5" fmla="*/ 145 h 207"/>
                <a:gd name="T6" fmla="*/ 38 w 156"/>
                <a:gd name="T7" fmla="*/ 207 h 207"/>
                <a:gd name="T8" fmla="*/ 0 w 156"/>
                <a:gd name="T9" fmla="*/ 207 h 207"/>
                <a:gd name="T10" fmla="*/ 0 w 156"/>
                <a:gd name="T11" fmla="*/ 0 h 207"/>
                <a:gd name="T12" fmla="*/ 38 w 156"/>
                <a:gd name="T13" fmla="*/ 0 h 207"/>
                <a:gd name="T14" fmla="*/ 38 w 156"/>
                <a:gd name="T15" fmla="*/ 90 h 207"/>
                <a:gd name="T16" fmla="*/ 106 w 156"/>
                <a:gd name="T17" fmla="*/ 0 h 207"/>
                <a:gd name="T18" fmla="*/ 152 w 156"/>
                <a:gd name="T19" fmla="*/ 0 h 207"/>
                <a:gd name="T20" fmla="*/ 88 w 156"/>
                <a:gd name="T21" fmla="*/ 82 h 207"/>
                <a:gd name="T22" fmla="*/ 156 w 156"/>
                <a:gd name="T23" fmla="*/ 207 h 207"/>
                <a:gd name="T24" fmla="*/ 113 w 156"/>
                <a:gd name="T25" fmla="*/ 207 h 207"/>
                <a:gd name="T26" fmla="*/ 113 w 156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6" h="207">
                  <a:moveTo>
                    <a:pt x="113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6" y="207"/>
                  </a:lnTo>
                  <a:lnTo>
                    <a:pt x="113" y="207"/>
                  </a:lnTo>
                  <a:lnTo>
                    <a:pt x="113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A60EFE66-151A-4F83-A0B8-8A9A6CE64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051" y="7374752"/>
              <a:ext cx="244475" cy="328613"/>
            </a:xfrm>
            <a:custGeom>
              <a:avLst/>
              <a:gdLst>
                <a:gd name="T0" fmla="*/ 96 w 154"/>
                <a:gd name="T1" fmla="*/ 122 h 207"/>
                <a:gd name="T2" fmla="*/ 96 w 154"/>
                <a:gd name="T3" fmla="*/ 207 h 207"/>
                <a:gd name="T4" fmla="*/ 58 w 154"/>
                <a:gd name="T5" fmla="*/ 207 h 207"/>
                <a:gd name="T6" fmla="*/ 58 w 154"/>
                <a:gd name="T7" fmla="*/ 122 h 207"/>
                <a:gd name="T8" fmla="*/ 0 w 154"/>
                <a:gd name="T9" fmla="*/ 0 h 207"/>
                <a:gd name="T10" fmla="*/ 42 w 154"/>
                <a:gd name="T11" fmla="*/ 0 h 207"/>
                <a:gd name="T12" fmla="*/ 77 w 154"/>
                <a:gd name="T13" fmla="*/ 83 h 207"/>
                <a:gd name="T14" fmla="*/ 113 w 154"/>
                <a:gd name="T15" fmla="*/ 0 h 207"/>
                <a:gd name="T16" fmla="*/ 154 w 154"/>
                <a:gd name="T17" fmla="*/ 0 h 207"/>
                <a:gd name="T18" fmla="*/ 96 w 154"/>
                <a:gd name="T19" fmla="*/ 122 h 207"/>
                <a:gd name="T20" fmla="*/ 96 w 154"/>
                <a:gd name="T21" fmla="*/ 12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4" h="207">
                  <a:moveTo>
                    <a:pt x="96" y="122"/>
                  </a:moveTo>
                  <a:lnTo>
                    <a:pt x="96" y="207"/>
                  </a:lnTo>
                  <a:lnTo>
                    <a:pt x="58" y="207"/>
                  </a:lnTo>
                  <a:lnTo>
                    <a:pt x="58" y="122"/>
                  </a:lnTo>
                  <a:lnTo>
                    <a:pt x="0" y="0"/>
                  </a:lnTo>
                  <a:lnTo>
                    <a:pt x="42" y="0"/>
                  </a:lnTo>
                  <a:lnTo>
                    <a:pt x="77" y="83"/>
                  </a:lnTo>
                  <a:lnTo>
                    <a:pt x="113" y="0"/>
                  </a:lnTo>
                  <a:lnTo>
                    <a:pt x="154" y="0"/>
                  </a:lnTo>
                  <a:lnTo>
                    <a:pt x="96" y="122"/>
                  </a:lnTo>
                  <a:lnTo>
                    <a:pt x="96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58E31D7B-DBE2-448A-8DBE-91B12EDB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801" y="7374752"/>
              <a:ext cx="225425" cy="330200"/>
            </a:xfrm>
            <a:custGeom>
              <a:avLst/>
              <a:gdLst>
                <a:gd name="T0" fmla="*/ 161 w 321"/>
                <a:gd name="T1" fmla="*/ 470 h 470"/>
                <a:gd name="T2" fmla="*/ 0 w 321"/>
                <a:gd name="T3" fmla="*/ 307 h 470"/>
                <a:gd name="T4" fmla="*/ 0 w 321"/>
                <a:gd name="T5" fmla="*/ 0 h 470"/>
                <a:gd name="T6" fmla="*/ 84 w 321"/>
                <a:gd name="T7" fmla="*/ 0 h 470"/>
                <a:gd name="T8" fmla="*/ 84 w 321"/>
                <a:gd name="T9" fmla="*/ 304 h 470"/>
                <a:gd name="T10" fmla="*/ 161 w 321"/>
                <a:gd name="T11" fmla="*/ 390 h 470"/>
                <a:gd name="T12" fmla="*/ 235 w 321"/>
                <a:gd name="T13" fmla="*/ 304 h 470"/>
                <a:gd name="T14" fmla="*/ 235 w 321"/>
                <a:gd name="T15" fmla="*/ 0 h 470"/>
                <a:gd name="T16" fmla="*/ 321 w 321"/>
                <a:gd name="T17" fmla="*/ 0 h 470"/>
                <a:gd name="T18" fmla="*/ 321 w 321"/>
                <a:gd name="T19" fmla="*/ 307 h 470"/>
                <a:gd name="T20" fmla="*/ 161 w 321"/>
                <a:gd name="T21" fmla="*/ 470 h 470"/>
                <a:gd name="T22" fmla="*/ 161 w 321"/>
                <a:gd name="T23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1" h="470">
                  <a:moveTo>
                    <a:pt x="161" y="470"/>
                  </a:moveTo>
                  <a:cubicBezTo>
                    <a:pt x="72" y="470"/>
                    <a:pt x="0" y="407"/>
                    <a:pt x="0" y="307"/>
                  </a:cubicBezTo>
                  <a:lnTo>
                    <a:pt x="0" y="0"/>
                  </a:lnTo>
                  <a:lnTo>
                    <a:pt x="84" y="0"/>
                  </a:lnTo>
                  <a:lnTo>
                    <a:pt x="84" y="304"/>
                  </a:lnTo>
                  <a:cubicBezTo>
                    <a:pt x="84" y="358"/>
                    <a:pt x="115" y="390"/>
                    <a:pt x="161" y="390"/>
                  </a:cubicBezTo>
                  <a:cubicBezTo>
                    <a:pt x="207" y="390"/>
                    <a:pt x="235" y="358"/>
                    <a:pt x="235" y="304"/>
                  </a:cubicBezTo>
                  <a:lnTo>
                    <a:pt x="235" y="0"/>
                  </a:lnTo>
                  <a:lnTo>
                    <a:pt x="321" y="0"/>
                  </a:lnTo>
                  <a:lnTo>
                    <a:pt x="321" y="307"/>
                  </a:lnTo>
                  <a:cubicBezTo>
                    <a:pt x="321" y="407"/>
                    <a:pt x="250" y="470"/>
                    <a:pt x="161" y="470"/>
                  </a:cubicBezTo>
                  <a:lnTo>
                    <a:pt x="161" y="47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E2FBC56-DF33-4496-9C0F-454A61675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426" y="7374752"/>
              <a:ext cx="234950" cy="328613"/>
            </a:xfrm>
            <a:custGeom>
              <a:avLst/>
              <a:gdLst>
                <a:gd name="T0" fmla="*/ 114 w 148"/>
                <a:gd name="T1" fmla="*/ 207 h 207"/>
                <a:gd name="T2" fmla="*/ 38 w 148"/>
                <a:gd name="T3" fmla="*/ 80 h 207"/>
                <a:gd name="T4" fmla="*/ 38 w 148"/>
                <a:gd name="T5" fmla="*/ 207 h 207"/>
                <a:gd name="T6" fmla="*/ 0 w 148"/>
                <a:gd name="T7" fmla="*/ 207 h 207"/>
                <a:gd name="T8" fmla="*/ 0 w 148"/>
                <a:gd name="T9" fmla="*/ 0 h 207"/>
                <a:gd name="T10" fmla="*/ 34 w 148"/>
                <a:gd name="T11" fmla="*/ 0 h 207"/>
                <a:gd name="T12" fmla="*/ 110 w 148"/>
                <a:gd name="T13" fmla="*/ 127 h 207"/>
                <a:gd name="T14" fmla="*/ 110 w 148"/>
                <a:gd name="T15" fmla="*/ 0 h 207"/>
                <a:gd name="T16" fmla="*/ 148 w 148"/>
                <a:gd name="T17" fmla="*/ 0 h 207"/>
                <a:gd name="T18" fmla="*/ 148 w 148"/>
                <a:gd name="T19" fmla="*/ 207 h 207"/>
                <a:gd name="T20" fmla="*/ 114 w 148"/>
                <a:gd name="T21" fmla="*/ 207 h 207"/>
                <a:gd name="T22" fmla="*/ 114 w 148"/>
                <a:gd name="T23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8" h="207">
                  <a:moveTo>
                    <a:pt x="114" y="207"/>
                  </a:moveTo>
                  <a:lnTo>
                    <a:pt x="38" y="80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4" y="0"/>
                  </a:lnTo>
                  <a:lnTo>
                    <a:pt x="110" y="127"/>
                  </a:lnTo>
                  <a:lnTo>
                    <a:pt x="110" y="0"/>
                  </a:lnTo>
                  <a:lnTo>
                    <a:pt x="148" y="0"/>
                  </a:lnTo>
                  <a:lnTo>
                    <a:pt x="148" y="207"/>
                  </a:lnTo>
                  <a:lnTo>
                    <a:pt x="114" y="207"/>
                  </a:lnTo>
                  <a:lnTo>
                    <a:pt x="114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1631F8DF-4A55-4CA4-9E7C-47D4C1777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639" y="7369989"/>
              <a:ext cx="230188" cy="334963"/>
            </a:xfrm>
            <a:custGeom>
              <a:avLst/>
              <a:gdLst>
                <a:gd name="T0" fmla="*/ 284 w 327"/>
                <a:gd name="T1" fmla="*/ 425 h 476"/>
                <a:gd name="T2" fmla="*/ 161 w 327"/>
                <a:gd name="T3" fmla="*/ 476 h 476"/>
                <a:gd name="T4" fmla="*/ 43 w 327"/>
                <a:gd name="T5" fmla="*/ 425 h 476"/>
                <a:gd name="T6" fmla="*/ 0 w 327"/>
                <a:gd name="T7" fmla="*/ 238 h 476"/>
                <a:gd name="T8" fmla="*/ 43 w 327"/>
                <a:gd name="T9" fmla="*/ 52 h 476"/>
                <a:gd name="T10" fmla="*/ 161 w 327"/>
                <a:gd name="T11" fmla="*/ 0 h 476"/>
                <a:gd name="T12" fmla="*/ 327 w 327"/>
                <a:gd name="T13" fmla="*/ 152 h 476"/>
                <a:gd name="T14" fmla="*/ 241 w 327"/>
                <a:gd name="T15" fmla="*/ 152 h 476"/>
                <a:gd name="T16" fmla="*/ 161 w 327"/>
                <a:gd name="T17" fmla="*/ 83 h 476"/>
                <a:gd name="T18" fmla="*/ 106 w 327"/>
                <a:gd name="T19" fmla="*/ 106 h 476"/>
                <a:gd name="T20" fmla="*/ 86 w 327"/>
                <a:gd name="T21" fmla="*/ 238 h 476"/>
                <a:gd name="T22" fmla="*/ 106 w 327"/>
                <a:gd name="T23" fmla="*/ 370 h 476"/>
                <a:gd name="T24" fmla="*/ 161 w 327"/>
                <a:gd name="T25" fmla="*/ 396 h 476"/>
                <a:gd name="T26" fmla="*/ 224 w 327"/>
                <a:gd name="T27" fmla="*/ 370 h 476"/>
                <a:gd name="T28" fmla="*/ 241 w 327"/>
                <a:gd name="T29" fmla="*/ 307 h 476"/>
                <a:gd name="T30" fmla="*/ 241 w 327"/>
                <a:gd name="T31" fmla="*/ 290 h 476"/>
                <a:gd name="T32" fmla="*/ 161 w 327"/>
                <a:gd name="T33" fmla="*/ 290 h 476"/>
                <a:gd name="T34" fmla="*/ 161 w 327"/>
                <a:gd name="T35" fmla="*/ 212 h 476"/>
                <a:gd name="T36" fmla="*/ 327 w 327"/>
                <a:gd name="T37" fmla="*/ 212 h 476"/>
                <a:gd name="T38" fmla="*/ 327 w 327"/>
                <a:gd name="T39" fmla="*/ 281 h 476"/>
                <a:gd name="T40" fmla="*/ 284 w 327"/>
                <a:gd name="T41" fmla="*/ 425 h 476"/>
                <a:gd name="T42" fmla="*/ 284 w 327"/>
                <a:gd name="T43" fmla="*/ 425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7" h="476">
                  <a:moveTo>
                    <a:pt x="284" y="425"/>
                  </a:moveTo>
                  <a:cubicBezTo>
                    <a:pt x="250" y="462"/>
                    <a:pt x="210" y="476"/>
                    <a:pt x="161" y="476"/>
                  </a:cubicBezTo>
                  <a:cubicBezTo>
                    <a:pt x="115" y="476"/>
                    <a:pt x="75" y="459"/>
                    <a:pt x="43" y="425"/>
                  </a:cubicBezTo>
                  <a:cubicBezTo>
                    <a:pt x="0" y="379"/>
                    <a:pt x="0" y="321"/>
                    <a:pt x="0" y="238"/>
                  </a:cubicBezTo>
                  <a:cubicBezTo>
                    <a:pt x="0" y="158"/>
                    <a:pt x="0" y="100"/>
                    <a:pt x="43" y="52"/>
                  </a:cubicBezTo>
                  <a:cubicBezTo>
                    <a:pt x="75" y="20"/>
                    <a:pt x="112" y="0"/>
                    <a:pt x="161" y="0"/>
                  </a:cubicBezTo>
                  <a:cubicBezTo>
                    <a:pt x="264" y="0"/>
                    <a:pt x="316" y="72"/>
                    <a:pt x="327" y="152"/>
                  </a:cubicBezTo>
                  <a:lnTo>
                    <a:pt x="241" y="152"/>
                  </a:lnTo>
                  <a:cubicBezTo>
                    <a:pt x="230" y="106"/>
                    <a:pt x="207" y="83"/>
                    <a:pt x="161" y="83"/>
                  </a:cubicBezTo>
                  <a:cubicBezTo>
                    <a:pt x="138" y="83"/>
                    <a:pt x="121" y="92"/>
                    <a:pt x="106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3"/>
                    <a:pt x="106" y="370"/>
                  </a:cubicBezTo>
                  <a:cubicBezTo>
                    <a:pt x="121" y="387"/>
                    <a:pt x="138" y="396"/>
                    <a:pt x="161" y="396"/>
                  </a:cubicBezTo>
                  <a:cubicBezTo>
                    <a:pt x="187" y="396"/>
                    <a:pt x="210" y="384"/>
                    <a:pt x="224" y="370"/>
                  </a:cubicBezTo>
                  <a:cubicBezTo>
                    <a:pt x="235" y="353"/>
                    <a:pt x="241" y="330"/>
                    <a:pt x="241" y="307"/>
                  </a:cubicBezTo>
                  <a:lnTo>
                    <a:pt x="241" y="290"/>
                  </a:lnTo>
                  <a:lnTo>
                    <a:pt x="161" y="290"/>
                  </a:lnTo>
                  <a:lnTo>
                    <a:pt x="161" y="212"/>
                  </a:lnTo>
                  <a:lnTo>
                    <a:pt x="327" y="212"/>
                  </a:lnTo>
                  <a:lnTo>
                    <a:pt x="327" y="281"/>
                  </a:lnTo>
                  <a:cubicBezTo>
                    <a:pt x="327" y="350"/>
                    <a:pt x="316" y="390"/>
                    <a:pt x="284" y="425"/>
                  </a:cubicBezTo>
                  <a:lnTo>
                    <a:pt x="284" y="42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56E670F1-9E43-4E2E-A994-75AFCAD5DD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1089" y="7374752"/>
              <a:ext cx="220663" cy="328613"/>
            </a:xfrm>
            <a:custGeom>
              <a:avLst/>
              <a:gdLst>
                <a:gd name="T0" fmla="*/ 169 w 315"/>
                <a:gd name="T1" fmla="*/ 290 h 467"/>
                <a:gd name="T2" fmla="*/ 86 w 315"/>
                <a:gd name="T3" fmla="*/ 290 h 467"/>
                <a:gd name="T4" fmla="*/ 86 w 315"/>
                <a:gd name="T5" fmla="*/ 467 h 467"/>
                <a:gd name="T6" fmla="*/ 0 w 315"/>
                <a:gd name="T7" fmla="*/ 467 h 467"/>
                <a:gd name="T8" fmla="*/ 0 w 315"/>
                <a:gd name="T9" fmla="*/ 0 h 467"/>
                <a:gd name="T10" fmla="*/ 169 w 315"/>
                <a:gd name="T11" fmla="*/ 0 h 467"/>
                <a:gd name="T12" fmla="*/ 315 w 315"/>
                <a:gd name="T13" fmla="*/ 146 h 467"/>
                <a:gd name="T14" fmla="*/ 169 w 315"/>
                <a:gd name="T15" fmla="*/ 290 h 467"/>
                <a:gd name="T16" fmla="*/ 169 w 315"/>
                <a:gd name="T17" fmla="*/ 290 h 467"/>
                <a:gd name="T18" fmla="*/ 166 w 315"/>
                <a:gd name="T19" fmla="*/ 80 h 467"/>
                <a:gd name="T20" fmla="*/ 86 w 315"/>
                <a:gd name="T21" fmla="*/ 80 h 467"/>
                <a:gd name="T22" fmla="*/ 86 w 315"/>
                <a:gd name="T23" fmla="*/ 209 h 467"/>
                <a:gd name="T24" fmla="*/ 166 w 315"/>
                <a:gd name="T25" fmla="*/ 209 h 467"/>
                <a:gd name="T26" fmla="*/ 229 w 315"/>
                <a:gd name="T27" fmla="*/ 146 h 467"/>
                <a:gd name="T28" fmla="*/ 166 w 315"/>
                <a:gd name="T29" fmla="*/ 80 h 467"/>
                <a:gd name="T30" fmla="*/ 166 w 315"/>
                <a:gd name="T31" fmla="*/ 8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5" h="467">
                  <a:moveTo>
                    <a:pt x="169" y="290"/>
                  </a:moveTo>
                  <a:lnTo>
                    <a:pt x="86" y="290"/>
                  </a:lnTo>
                  <a:lnTo>
                    <a:pt x="86" y="467"/>
                  </a:lnTo>
                  <a:lnTo>
                    <a:pt x="0" y="467"/>
                  </a:lnTo>
                  <a:lnTo>
                    <a:pt x="0" y="0"/>
                  </a:lnTo>
                  <a:lnTo>
                    <a:pt x="169" y="0"/>
                  </a:lnTo>
                  <a:cubicBezTo>
                    <a:pt x="261" y="0"/>
                    <a:pt x="315" y="66"/>
                    <a:pt x="315" y="146"/>
                  </a:cubicBezTo>
                  <a:cubicBezTo>
                    <a:pt x="315" y="224"/>
                    <a:pt x="261" y="290"/>
                    <a:pt x="169" y="290"/>
                  </a:cubicBezTo>
                  <a:lnTo>
                    <a:pt x="169" y="290"/>
                  </a:lnTo>
                  <a:close/>
                  <a:moveTo>
                    <a:pt x="166" y="80"/>
                  </a:moveTo>
                  <a:lnTo>
                    <a:pt x="86" y="80"/>
                  </a:lnTo>
                  <a:lnTo>
                    <a:pt x="86" y="209"/>
                  </a:lnTo>
                  <a:lnTo>
                    <a:pt x="166" y="209"/>
                  </a:lnTo>
                  <a:cubicBezTo>
                    <a:pt x="203" y="209"/>
                    <a:pt x="229" y="183"/>
                    <a:pt x="229" y="146"/>
                  </a:cubicBezTo>
                  <a:cubicBezTo>
                    <a:pt x="229" y="106"/>
                    <a:pt x="203" y="80"/>
                    <a:pt x="166" y="80"/>
                  </a:cubicBezTo>
                  <a:lnTo>
                    <a:pt x="166" y="8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A7ECA3C-F582-469C-ACC2-2757C8A84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37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6" y="92"/>
                    <a:pt x="186" y="83"/>
                    <a:pt x="163" y="83"/>
                  </a:cubicBezTo>
                  <a:cubicBezTo>
                    <a:pt x="140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0" y="396"/>
                    <a:pt x="163" y="396"/>
                  </a:cubicBezTo>
                  <a:cubicBezTo>
                    <a:pt x="186" y="396"/>
                    <a:pt x="206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C3F37B3-0C94-4587-99F0-DD72167293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512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7" y="92"/>
                    <a:pt x="186" y="83"/>
                    <a:pt x="163" y="83"/>
                  </a:cubicBezTo>
                  <a:cubicBezTo>
                    <a:pt x="141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1" y="396"/>
                    <a:pt x="163" y="396"/>
                  </a:cubicBezTo>
                  <a:cubicBezTo>
                    <a:pt x="186" y="396"/>
                    <a:pt x="207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2DB62404-3E69-41BD-A0F8-B46E5714E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989" y="7374752"/>
              <a:ext cx="249238" cy="328613"/>
            </a:xfrm>
            <a:custGeom>
              <a:avLst/>
              <a:gdLst>
                <a:gd name="T0" fmla="*/ 112 w 157"/>
                <a:gd name="T1" fmla="*/ 207 h 207"/>
                <a:gd name="T2" fmla="*/ 63 w 157"/>
                <a:gd name="T3" fmla="*/ 113 h 207"/>
                <a:gd name="T4" fmla="*/ 38 w 157"/>
                <a:gd name="T5" fmla="*/ 145 h 207"/>
                <a:gd name="T6" fmla="*/ 38 w 157"/>
                <a:gd name="T7" fmla="*/ 207 h 207"/>
                <a:gd name="T8" fmla="*/ 0 w 157"/>
                <a:gd name="T9" fmla="*/ 207 h 207"/>
                <a:gd name="T10" fmla="*/ 0 w 157"/>
                <a:gd name="T11" fmla="*/ 0 h 207"/>
                <a:gd name="T12" fmla="*/ 38 w 157"/>
                <a:gd name="T13" fmla="*/ 0 h 207"/>
                <a:gd name="T14" fmla="*/ 38 w 157"/>
                <a:gd name="T15" fmla="*/ 90 h 207"/>
                <a:gd name="T16" fmla="*/ 106 w 157"/>
                <a:gd name="T17" fmla="*/ 0 h 207"/>
                <a:gd name="T18" fmla="*/ 152 w 157"/>
                <a:gd name="T19" fmla="*/ 0 h 207"/>
                <a:gd name="T20" fmla="*/ 88 w 157"/>
                <a:gd name="T21" fmla="*/ 82 h 207"/>
                <a:gd name="T22" fmla="*/ 157 w 157"/>
                <a:gd name="T23" fmla="*/ 207 h 207"/>
                <a:gd name="T24" fmla="*/ 112 w 157"/>
                <a:gd name="T25" fmla="*/ 207 h 207"/>
                <a:gd name="T26" fmla="*/ 112 w 157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7" h="207">
                  <a:moveTo>
                    <a:pt x="112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7" y="207"/>
                  </a:lnTo>
                  <a:lnTo>
                    <a:pt x="112" y="207"/>
                  </a:lnTo>
                  <a:lnTo>
                    <a:pt x="112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69F1380B-C6AC-4978-B21D-211297952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813" y="7846239"/>
              <a:ext cx="211138" cy="311150"/>
            </a:xfrm>
            <a:custGeom>
              <a:avLst/>
              <a:gdLst>
                <a:gd name="T0" fmla="*/ 119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19 w 133"/>
                <a:gd name="T13" fmla="*/ 170 h 196"/>
                <a:gd name="T14" fmla="*/ 119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19 w 133"/>
                <a:gd name="T21" fmla="*/ 196 h 196"/>
                <a:gd name="T22" fmla="*/ 119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19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19" y="17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19" y="196"/>
                  </a:lnTo>
                  <a:lnTo>
                    <a:pt x="119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49FFF26D-4E39-4F39-97A4-51A752B5AE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2689" y="7846239"/>
              <a:ext cx="233363" cy="311150"/>
            </a:xfrm>
            <a:custGeom>
              <a:avLst/>
              <a:gdLst>
                <a:gd name="T0" fmla="*/ 301 w 333"/>
                <a:gd name="T1" fmla="*/ 442 h 442"/>
                <a:gd name="T2" fmla="*/ 264 w 333"/>
                <a:gd name="T3" fmla="*/ 336 h 442"/>
                <a:gd name="T4" fmla="*/ 72 w 333"/>
                <a:gd name="T5" fmla="*/ 336 h 442"/>
                <a:gd name="T6" fmla="*/ 34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301 w 333"/>
                <a:gd name="T17" fmla="*/ 442 h 442"/>
                <a:gd name="T18" fmla="*/ 301 w 333"/>
                <a:gd name="T19" fmla="*/ 442 h 442"/>
                <a:gd name="T20" fmla="*/ 166 w 333"/>
                <a:gd name="T21" fmla="*/ 43 h 442"/>
                <a:gd name="T22" fmla="*/ 80 w 333"/>
                <a:gd name="T23" fmla="*/ 304 h 442"/>
                <a:gd name="T24" fmla="*/ 255 w 333"/>
                <a:gd name="T25" fmla="*/ 304 h 442"/>
                <a:gd name="T26" fmla="*/ 166 w 333"/>
                <a:gd name="T27" fmla="*/ 43 h 442"/>
                <a:gd name="T28" fmla="*/ 166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301" y="442"/>
                  </a:moveTo>
                  <a:lnTo>
                    <a:pt x="264" y="336"/>
                  </a:lnTo>
                  <a:lnTo>
                    <a:pt x="72" y="336"/>
                  </a:lnTo>
                  <a:lnTo>
                    <a:pt x="34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301" y="442"/>
                  </a:lnTo>
                  <a:lnTo>
                    <a:pt x="301" y="442"/>
                  </a:lnTo>
                  <a:close/>
                  <a:moveTo>
                    <a:pt x="166" y="43"/>
                  </a:moveTo>
                  <a:lnTo>
                    <a:pt x="80" y="304"/>
                  </a:lnTo>
                  <a:lnTo>
                    <a:pt x="255" y="304"/>
                  </a:lnTo>
                  <a:lnTo>
                    <a:pt x="166" y="43"/>
                  </a:lnTo>
                  <a:lnTo>
                    <a:pt x="166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024BD15B-A4C7-4512-BBA7-879C67FDA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626" y="7846239"/>
              <a:ext cx="195263" cy="311150"/>
            </a:xfrm>
            <a:custGeom>
              <a:avLst/>
              <a:gdLst>
                <a:gd name="T0" fmla="*/ 67 w 123"/>
                <a:gd name="T1" fmla="*/ 13 h 196"/>
                <a:gd name="T2" fmla="*/ 67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7 w 123"/>
                <a:gd name="T17" fmla="*/ 13 h 196"/>
                <a:gd name="T18" fmla="*/ 67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7" y="13"/>
                  </a:moveTo>
                  <a:lnTo>
                    <a:pt x="67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7" y="13"/>
                  </a:lnTo>
                  <a:lnTo>
                    <a:pt x="67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AB7C4BD4-762C-4C2E-8541-FF29EFCA5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389" y="7844652"/>
              <a:ext cx="25400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482850F7-49D3-4965-9724-03B363510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2926" y="7841477"/>
              <a:ext cx="200025" cy="320675"/>
            </a:xfrm>
            <a:custGeom>
              <a:avLst/>
              <a:gdLst>
                <a:gd name="T0" fmla="*/ 247 w 284"/>
                <a:gd name="T1" fmla="*/ 408 h 454"/>
                <a:gd name="T2" fmla="*/ 144 w 284"/>
                <a:gd name="T3" fmla="*/ 454 h 454"/>
                <a:gd name="T4" fmla="*/ 38 w 284"/>
                <a:gd name="T5" fmla="*/ 408 h 454"/>
                <a:gd name="T6" fmla="*/ 0 w 284"/>
                <a:gd name="T7" fmla="*/ 227 h 454"/>
                <a:gd name="T8" fmla="*/ 38 w 284"/>
                <a:gd name="T9" fmla="*/ 46 h 454"/>
                <a:gd name="T10" fmla="*/ 144 w 284"/>
                <a:gd name="T11" fmla="*/ 0 h 454"/>
                <a:gd name="T12" fmla="*/ 247 w 284"/>
                <a:gd name="T13" fmla="*/ 46 h 454"/>
                <a:gd name="T14" fmla="*/ 284 w 284"/>
                <a:gd name="T15" fmla="*/ 227 h 454"/>
                <a:gd name="T16" fmla="*/ 247 w 284"/>
                <a:gd name="T17" fmla="*/ 408 h 454"/>
                <a:gd name="T18" fmla="*/ 247 w 284"/>
                <a:gd name="T19" fmla="*/ 408 h 454"/>
                <a:gd name="T20" fmla="*/ 221 w 284"/>
                <a:gd name="T21" fmla="*/ 66 h 454"/>
                <a:gd name="T22" fmla="*/ 144 w 284"/>
                <a:gd name="T23" fmla="*/ 32 h 454"/>
                <a:gd name="T24" fmla="*/ 63 w 284"/>
                <a:gd name="T25" fmla="*/ 66 h 454"/>
                <a:gd name="T26" fmla="*/ 32 w 284"/>
                <a:gd name="T27" fmla="*/ 227 h 454"/>
                <a:gd name="T28" fmla="*/ 63 w 284"/>
                <a:gd name="T29" fmla="*/ 388 h 454"/>
                <a:gd name="T30" fmla="*/ 144 w 284"/>
                <a:gd name="T31" fmla="*/ 422 h 454"/>
                <a:gd name="T32" fmla="*/ 221 w 284"/>
                <a:gd name="T33" fmla="*/ 388 h 454"/>
                <a:gd name="T34" fmla="*/ 253 w 284"/>
                <a:gd name="T35" fmla="*/ 227 h 454"/>
                <a:gd name="T36" fmla="*/ 221 w 284"/>
                <a:gd name="T37" fmla="*/ 66 h 454"/>
                <a:gd name="T38" fmla="*/ 221 w 284"/>
                <a:gd name="T39" fmla="*/ 66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4" h="454">
                  <a:moveTo>
                    <a:pt x="247" y="408"/>
                  </a:moveTo>
                  <a:cubicBezTo>
                    <a:pt x="218" y="436"/>
                    <a:pt x="181" y="454"/>
                    <a:pt x="144" y="454"/>
                  </a:cubicBezTo>
                  <a:cubicBezTo>
                    <a:pt x="103" y="454"/>
                    <a:pt x="66" y="436"/>
                    <a:pt x="38" y="408"/>
                  </a:cubicBezTo>
                  <a:cubicBezTo>
                    <a:pt x="0" y="367"/>
                    <a:pt x="0" y="327"/>
                    <a:pt x="0" y="227"/>
                  </a:cubicBezTo>
                  <a:cubicBezTo>
                    <a:pt x="0" y="127"/>
                    <a:pt x="0" y="86"/>
                    <a:pt x="38" y="46"/>
                  </a:cubicBezTo>
                  <a:cubicBezTo>
                    <a:pt x="66" y="18"/>
                    <a:pt x="103" y="0"/>
                    <a:pt x="144" y="0"/>
                  </a:cubicBezTo>
                  <a:cubicBezTo>
                    <a:pt x="181" y="0"/>
                    <a:pt x="218" y="18"/>
                    <a:pt x="247" y="46"/>
                  </a:cubicBezTo>
                  <a:cubicBezTo>
                    <a:pt x="284" y="86"/>
                    <a:pt x="284" y="127"/>
                    <a:pt x="284" y="227"/>
                  </a:cubicBezTo>
                  <a:cubicBezTo>
                    <a:pt x="284" y="327"/>
                    <a:pt x="284" y="367"/>
                    <a:pt x="247" y="408"/>
                  </a:cubicBezTo>
                  <a:lnTo>
                    <a:pt x="247" y="408"/>
                  </a:lnTo>
                  <a:close/>
                  <a:moveTo>
                    <a:pt x="221" y="66"/>
                  </a:moveTo>
                  <a:cubicBezTo>
                    <a:pt x="201" y="43"/>
                    <a:pt x="172" y="32"/>
                    <a:pt x="144" y="32"/>
                  </a:cubicBezTo>
                  <a:cubicBezTo>
                    <a:pt x="112" y="32"/>
                    <a:pt x="83" y="43"/>
                    <a:pt x="63" y="66"/>
                  </a:cubicBezTo>
                  <a:cubicBezTo>
                    <a:pt x="35" y="98"/>
                    <a:pt x="32" y="132"/>
                    <a:pt x="32" y="227"/>
                  </a:cubicBezTo>
                  <a:cubicBezTo>
                    <a:pt x="32" y="322"/>
                    <a:pt x="35" y="356"/>
                    <a:pt x="63" y="388"/>
                  </a:cubicBezTo>
                  <a:cubicBezTo>
                    <a:pt x="83" y="410"/>
                    <a:pt x="112" y="422"/>
                    <a:pt x="144" y="422"/>
                  </a:cubicBezTo>
                  <a:cubicBezTo>
                    <a:pt x="172" y="422"/>
                    <a:pt x="201" y="410"/>
                    <a:pt x="221" y="388"/>
                  </a:cubicBezTo>
                  <a:cubicBezTo>
                    <a:pt x="250" y="356"/>
                    <a:pt x="253" y="322"/>
                    <a:pt x="253" y="227"/>
                  </a:cubicBezTo>
                  <a:cubicBezTo>
                    <a:pt x="253" y="132"/>
                    <a:pt x="250" y="98"/>
                    <a:pt x="221" y="66"/>
                  </a:cubicBezTo>
                  <a:lnTo>
                    <a:pt x="221" y="6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019498DC-46FE-44A2-9196-41EE73800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676" y="7846239"/>
              <a:ext cx="211138" cy="311150"/>
            </a:xfrm>
            <a:custGeom>
              <a:avLst/>
              <a:gdLst>
                <a:gd name="T0" fmla="*/ 120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20 w 133"/>
                <a:gd name="T13" fmla="*/ 170 h 196"/>
                <a:gd name="T14" fmla="*/ 120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20 w 133"/>
                <a:gd name="T21" fmla="*/ 196 h 196"/>
                <a:gd name="T22" fmla="*/ 120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20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10E69169-1FF4-4AE8-B50E-366B733A71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60139" y="7846239"/>
              <a:ext cx="234950" cy="311150"/>
            </a:xfrm>
            <a:custGeom>
              <a:avLst/>
              <a:gdLst>
                <a:gd name="T0" fmla="*/ 299 w 333"/>
                <a:gd name="T1" fmla="*/ 442 h 442"/>
                <a:gd name="T2" fmla="*/ 261 w 333"/>
                <a:gd name="T3" fmla="*/ 336 h 442"/>
                <a:gd name="T4" fmla="*/ 69 w 333"/>
                <a:gd name="T5" fmla="*/ 336 h 442"/>
                <a:gd name="T6" fmla="*/ 35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299 w 333"/>
                <a:gd name="T17" fmla="*/ 442 h 442"/>
                <a:gd name="T18" fmla="*/ 299 w 333"/>
                <a:gd name="T19" fmla="*/ 442 h 442"/>
                <a:gd name="T20" fmla="*/ 167 w 333"/>
                <a:gd name="T21" fmla="*/ 43 h 442"/>
                <a:gd name="T22" fmla="*/ 81 w 333"/>
                <a:gd name="T23" fmla="*/ 304 h 442"/>
                <a:gd name="T24" fmla="*/ 253 w 333"/>
                <a:gd name="T25" fmla="*/ 304 h 442"/>
                <a:gd name="T26" fmla="*/ 167 w 333"/>
                <a:gd name="T27" fmla="*/ 43 h 442"/>
                <a:gd name="T28" fmla="*/ 167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299" y="442"/>
                  </a:moveTo>
                  <a:lnTo>
                    <a:pt x="261" y="336"/>
                  </a:lnTo>
                  <a:lnTo>
                    <a:pt x="69" y="336"/>
                  </a:lnTo>
                  <a:lnTo>
                    <a:pt x="35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299" y="442"/>
                  </a:lnTo>
                  <a:lnTo>
                    <a:pt x="299" y="442"/>
                  </a:lnTo>
                  <a:close/>
                  <a:moveTo>
                    <a:pt x="167" y="43"/>
                  </a:moveTo>
                  <a:lnTo>
                    <a:pt x="81" y="304"/>
                  </a:lnTo>
                  <a:lnTo>
                    <a:pt x="253" y="304"/>
                  </a:lnTo>
                  <a:lnTo>
                    <a:pt x="167" y="43"/>
                  </a:lnTo>
                  <a:lnTo>
                    <a:pt x="167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466F2DBC-E489-4C0C-9C10-0B2D8CE17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239" y="7846239"/>
              <a:ext cx="177800" cy="311150"/>
            </a:xfrm>
            <a:custGeom>
              <a:avLst/>
              <a:gdLst>
                <a:gd name="T0" fmla="*/ 0 w 112"/>
                <a:gd name="T1" fmla="*/ 196 h 196"/>
                <a:gd name="T2" fmla="*/ 0 w 112"/>
                <a:gd name="T3" fmla="*/ 0 h 196"/>
                <a:gd name="T4" fmla="*/ 15 w 112"/>
                <a:gd name="T5" fmla="*/ 0 h 196"/>
                <a:gd name="T6" fmla="*/ 15 w 112"/>
                <a:gd name="T7" fmla="*/ 183 h 196"/>
                <a:gd name="T8" fmla="*/ 112 w 112"/>
                <a:gd name="T9" fmla="*/ 183 h 196"/>
                <a:gd name="T10" fmla="*/ 112 w 112"/>
                <a:gd name="T11" fmla="*/ 196 h 196"/>
                <a:gd name="T12" fmla="*/ 0 w 112"/>
                <a:gd name="T13" fmla="*/ 196 h 196"/>
                <a:gd name="T14" fmla="*/ 0 w 112"/>
                <a:gd name="T15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96">
                  <a:moveTo>
                    <a:pt x="0" y="196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183"/>
                  </a:lnTo>
                  <a:lnTo>
                    <a:pt x="112" y="183"/>
                  </a:lnTo>
                  <a:lnTo>
                    <a:pt x="112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CE326CC1-6272-4262-8378-8F2E93AAC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076" y="7846239"/>
              <a:ext cx="200025" cy="315913"/>
            </a:xfrm>
            <a:custGeom>
              <a:avLst/>
              <a:gdLst>
                <a:gd name="T0" fmla="*/ 140 w 284"/>
                <a:gd name="T1" fmla="*/ 448 h 448"/>
                <a:gd name="T2" fmla="*/ 0 w 284"/>
                <a:gd name="T3" fmla="*/ 298 h 448"/>
                <a:gd name="T4" fmla="*/ 0 w 284"/>
                <a:gd name="T5" fmla="*/ 0 h 448"/>
                <a:gd name="T6" fmla="*/ 31 w 284"/>
                <a:gd name="T7" fmla="*/ 0 h 448"/>
                <a:gd name="T8" fmla="*/ 31 w 284"/>
                <a:gd name="T9" fmla="*/ 296 h 448"/>
                <a:gd name="T10" fmla="*/ 140 w 284"/>
                <a:gd name="T11" fmla="*/ 416 h 448"/>
                <a:gd name="T12" fmla="*/ 252 w 284"/>
                <a:gd name="T13" fmla="*/ 296 h 448"/>
                <a:gd name="T14" fmla="*/ 252 w 284"/>
                <a:gd name="T15" fmla="*/ 0 h 448"/>
                <a:gd name="T16" fmla="*/ 284 w 284"/>
                <a:gd name="T17" fmla="*/ 0 h 448"/>
                <a:gd name="T18" fmla="*/ 284 w 284"/>
                <a:gd name="T19" fmla="*/ 298 h 448"/>
                <a:gd name="T20" fmla="*/ 140 w 284"/>
                <a:gd name="T21" fmla="*/ 448 h 448"/>
                <a:gd name="T22" fmla="*/ 140 w 284"/>
                <a:gd name="T23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4" h="448">
                  <a:moveTo>
                    <a:pt x="140" y="448"/>
                  </a:moveTo>
                  <a:cubicBezTo>
                    <a:pt x="57" y="448"/>
                    <a:pt x="0" y="384"/>
                    <a:pt x="0" y="298"/>
                  </a:cubicBezTo>
                  <a:lnTo>
                    <a:pt x="0" y="0"/>
                  </a:lnTo>
                  <a:lnTo>
                    <a:pt x="31" y="0"/>
                  </a:lnTo>
                  <a:lnTo>
                    <a:pt x="31" y="296"/>
                  </a:lnTo>
                  <a:cubicBezTo>
                    <a:pt x="31" y="367"/>
                    <a:pt x="74" y="416"/>
                    <a:pt x="140" y="416"/>
                  </a:cubicBezTo>
                  <a:cubicBezTo>
                    <a:pt x="209" y="416"/>
                    <a:pt x="252" y="367"/>
                    <a:pt x="252" y="296"/>
                  </a:cubicBezTo>
                  <a:lnTo>
                    <a:pt x="252" y="0"/>
                  </a:lnTo>
                  <a:lnTo>
                    <a:pt x="284" y="0"/>
                  </a:lnTo>
                  <a:lnTo>
                    <a:pt x="284" y="298"/>
                  </a:lnTo>
                  <a:cubicBezTo>
                    <a:pt x="284" y="384"/>
                    <a:pt x="223" y="448"/>
                    <a:pt x="140" y="448"/>
                  </a:cubicBezTo>
                  <a:lnTo>
                    <a:pt x="140" y="4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F428E280-778A-4802-8A16-71872B3CE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764" y="7846239"/>
              <a:ext cx="212725" cy="311150"/>
            </a:xfrm>
            <a:custGeom>
              <a:avLst/>
              <a:gdLst>
                <a:gd name="T0" fmla="*/ 120 w 134"/>
                <a:gd name="T1" fmla="*/ 196 h 196"/>
                <a:gd name="T2" fmla="*/ 15 w 134"/>
                <a:gd name="T3" fmla="*/ 25 h 196"/>
                <a:gd name="T4" fmla="*/ 15 w 134"/>
                <a:gd name="T5" fmla="*/ 196 h 196"/>
                <a:gd name="T6" fmla="*/ 0 w 134"/>
                <a:gd name="T7" fmla="*/ 196 h 196"/>
                <a:gd name="T8" fmla="*/ 0 w 134"/>
                <a:gd name="T9" fmla="*/ 0 h 196"/>
                <a:gd name="T10" fmla="*/ 15 w 134"/>
                <a:gd name="T11" fmla="*/ 0 h 196"/>
                <a:gd name="T12" fmla="*/ 120 w 134"/>
                <a:gd name="T13" fmla="*/ 170 h 196"/>
                <a:gd name="T14" fmla="*/ 120 w 134"/>
                <a:gd name="T15" fmla="*/ 0 h 196"/>
                <a:gd name="T16" fmla="*/ 134 w 134"/>
                <a:gd name="T17" fmla="*/ 0 h 196"/>
                <a:gd name="T18" fmla="*/ 134 w 134"/>
                <a:gd name="T19" fmla="*/ 196 h 196"/>
                <a:gd name="T20" fmla="*/ 120 w 134"/>
                <a:gd name="T21" fmla="*/ 196 h 196"/>
                <a:gd name="T22" fmla="*/ 120 w 134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196">
                  <a:moveTo>
                    <a:pt x="120" y="196"/>
                  </a:moveTo>
                  <a:lnTo>
                    <a:pt x="15" y="25"/>
                  </a:lnTo>
                  <a:lnTo>
                    <a:pt x="15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4" y="0"/>
                  </a:lnTo>
                  <a:lnTo>
                    <a:pt x="134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442CC40E-BD40-40C8-A491-B5DBB1809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32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740BEAE8-7EDA-4010-8AC4-B56104CFE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289" y="7846239"/>
              <a:ext cx="209550" cy="311150"/>
            </a:xfrm>
            <a:custGeom>
              <a:avLst/>
              <a:gdLst>
                <a:gd name="T0" fmla="*/ 72 w 132"/>
                <a:gd name="T1" fmla="*/ 196 h 196"/>
                <a:gd name="T2" fmla="*/ 59 w 132"/>
                <a:gd name="T3" fmla="*/ 196 h 196"/>
                <a:gd name="T4" fmla="*/ 0 w 132"/>
                <a:gd name="T5" fmla="*/ 0 h 196"/>
                <a:gd name="T6" fmla="*/ 13 w 132"/>
                <a:gd name="T7" fmla="*/ 0 h 196"/>
                <a:gd name="T8" fmla="*/ 66 w 132"/>
                <a:gd name="T9" fmla="*/ 170 h 196"/>
                <a:gd name="T10" fmla="*/ 117 w 132"/>
                <a:gd name="T11" fmla="*/ 0 h 196"/>
                <a:gd name="T12" fmla="*/ 132 w 132"/>
                <a:gd name="T13" fmla="*/ 0 h 196"/>
                <a:gd name="T14" fmla="*/ 72 w 132"/>
                <a:gd name="T15" fmla="*/ 196 h 196"/>
                <a:gd name="T16" fmla="*/ 72 w 132"/>
                <a:gd name="T1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196">
                  <a:moveTo>
                    <a:pt x="72" y="196"/>
                  </a:moveTo>
                  <a:lnTo>
                    <a:pt x="59" y="196"/>
                  </a:lnTo>
                  <a:lnTo>
                    <a:pt x="0" y="0"/>
                  </a:lnTo>
                  <a:lnTo>
                    <a:pt x="13" y="0"/>
                  </a:lnTo>
                  <a:lnTo>
                    <a:pt x="66" y="170"/>
                  </a:lnTo>
                  <a:lnTo>
                    <a:pt x="117" y="0"/>
                  </a:lnTo>
                  <a:lnTo>
                    <a:pt x="132" y="0"/>
                  </a:lnTo>
                  <a:lnTo>
                    <a:pt x="72" y="196"/>
                  </a:lnTo>
                  <a:lnTo>
                    <a:pt x="72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3CE47755-0EF5-491B-BFA8-323761A7C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989" y="7846239"/>
              <a:ext cx="174625" cy="311150"/>
            </a:xfrm>
            <a:custGeom>
              <a:avLst/>
              <a:gdLst>
                <a:gd name="T0" fmla="*/ 0 w 110"/>
                <a:gd name="T1" fmla="*/ 196 h 196"/>
                <a:gd name="T2" fmla="*/ 0 w 110"/>
                <a:gd name="T3" fmla="*/ 0 h 196"/>
                <a:gd name="T4" fmla="*/ 110 w 110"/>
                <a:gd name="T5" fmla="*/ 0 h 196"/>
                <a:gd name="T6" fmla="*/ 110 w 110"/>
                <a:gd name="T7" fmla="*/ 13 h 196"/>
                <a:gd name="T8" fmla="*/ 14 w 110"/>
                <a:gd name="T9" fmla="*/ 13 h 196"/>
                <a:gd name="T10" fmla="*/ 14 w 110"/>
                <a:gd name="T11" fmla="*/ 90 h 196"/>
                <a:gd name="T12" fmla="*/ 97 w 110"/>
                <a:gd name="T13" fmla="*/ 90 h 196"/>
                <a:gd name="T14" fmla="*/ 97 w 110"/>
                <a:gd name="T15" fmla="*/ 104 h 196"/>
                <a:gd name="T16" fmla="*/ 14 w 110"/>
                <a:gd name="T17" fmla="*/ 104 h 196"/>
                <a:gd name="T18" fmla="*/ 14 w 110"/>
                <a:gd name="T19" fmla="*/ 183 h 196"/>
                <a:gd name="T20" fmla="*/ 110 w 110"/>
                <a:gd name="T21" fmla="*/ 183 h 196"/>
                <a:gd name="T22" fmla="*/ 110 w 110"/>
                <a:gd name="T23" fmla="*/ 196 h 196"/>
                <a:gd name="T24" fmla="*/ 0 w 110"/>
                <a:gd name="T25" fmla="*/ 196 h 196"/>
                <a:gd name="T26" fmla="*/ 0 w 110"/>
                <a:gd name="T2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196">
                  <a:moveTo>
                    <a:pt x="0" y="196"/>
                  </a:moveTo>
                  <a:lnTo>
                    <a:pt x="0" y="0"/>
                  </a:lnTo>
                  <a:lnTo>
                    <a:pt x="110" y="0"/>
                  </a:lnTo>
                  <a:lnTo>
                    <a:pt x="110" y="13"/>
                  </a:lnTo>
                  <a:lnTo>
                    <a:pt x="14" y="13"/>
                  </a:lnTo>
                  <a:lnTo>
                    <a:pt x="14" y="90"/>
                  </a:lnTo>
                  <a:lnTo>
                    <a:pt x="97" y="90"/>
                  </a:lnTo>
                  <a:lnTo>
                    <a:pt x="97" y="104"/>
                  </a:lnTo>
                  <a:lnTo>
                    <a:pt x="14" y="104"/>
                  </a:lnTo>
                  <a:lnTo>
                    <a:pt x="14" y="183"/>
                  </a:lnTo>
                  <a:lnTo>
                    <a:pt x="110" y="183"/>
                  </a:lnTo>
                  <a:lnTo>
                    <a:pt x="110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5180DCCD-C5BB-44AB-9B3F-D3476C683A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6401" y="7846239"/>
              <a:ext cx="196850" cy="311150"/>
            </a:xfrm>
            <a:custGeom>
              <a:avLst/>
              <a:gdLst>
                <a:gd name="T0" fmla="*/ 244 w 281"/>
                <a:gd name="T1" fmla="*/ 442 h 442"/>
                <a:gd name="T2" fmla="*/ 147 w 281"/>
                <a:gd name="T3" fmla="*/ 238 h 442"/>
                <a:gd name="T4" fmla="*/ 32 w 281"/>
                <a:gd name="T5" fmla="*/ 238 h 442"/>
                <a:gd name="T6" fmla="*/ 32 w 281"/>
                <a:gd name="T7" fmla="*/ 442 h 442"/>
                <a:gd name="T8" fmla="*/ 0 w 281"/>
                <a:gd name="T9" fmla="*/ 442 h 442"/>
                <a:gd name="T10" fmla="*/ 0 w 281"/>
                <a:gd name="T11" fmla="*/ 0 h 442"/>
                <a:gd name="T12" fmla="*/ 158 w 281"/>
                <a:gd name="T13" fmla="*/ 0 h 442"/>
                <a:gd name="T14" fmla="*/ 276 w 281"/>
                <a:gd name="T15" fmla="*/ 118 h 442"/>
                <a:gd name="T16" fmla="*/ 181 w 281"/>
                <a:gd name="T17" fmla="*/ 238 h 442"/>
                <a:gd name="T18" fmla="*/ 281 w 281"/>
                <a:gd name="T19" fmla="*/ 442 h 442"/>
                <a:gd name="T20" fmla="*/ 244 w 281"/>
                <a:gd name="T21" fmla="*/ 442 h 442"/>
                <a:gd name="T22" fmla="*/ 244 w 281"/>
                <a:gd name="T23" fmla="*/ 442 h 442"/>
                <a:gd name="T24" fmla="*/ 152 w 281"/>
                <a:gd name="T25" fmla="*/ 29 h 442"/>
                <a:gd name="T26" fmla="*/ 32 w 281"/>
                <a:gd name="T27" fmla="*/ 29 h 442"/>
                <a:gd name="T28" fmla="*/ 32 w 281"/>
                <a:gd name="T29" fmla="*/ 209 h 442"/>
                <a:gd name="T30" fmla="*/ 152 w 281"/>
                <a:gd name="T31" fmla="*/ 209 h 442"/>
                <a:gd name="T32" fmla="*/ 244 w 281"/>
                <a:gd name="T33" fmla="*/ 118 h 442"/>
                <a:gd name="T34" fmla="*/ 152 w 281"/>
                <a:gd name="T35" fmla="*/ 29 h 442"/>
                <a:gd name="T36" fmla="*/ 152 w 281"/>
                <a:gd name="T37" fmla="*/ 29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442">
                  <a:moveTo>
                    <a:pt x="244" y="442"/>
                  </a:moveTo>
                  <a:lnTo>
                    <a:pt x="147" y="238"/>
                  </a:lnTo>
                  <a:lnTo>
                    <a:pt x="32" y="238"/>
                  </a:lnTo>
                  <a:lnTo>
                    <a:pt x="32" y="442"/>
                  </a:lnTo>
                  <a:lnTo>
                    <a:pt x="0" y="442"/>
                  </a:lnTo>
                  <a:lnTo>
                    <a:pt x="0" y="0"/>
                  </a:lnTo>
                  <a:lnTo>
                    <a:pt x="158" y="0"/>
                  </a:lnTo>
                  <a:cubicBezTo>
                    <a:pt x="224" y="0"/>
                    <a:pt x="276" y="40"/>
                    <a:pt x="276" y="118"/>
                  </a:cubicBezTo>
                  <a:cubicBezTo>
                    <a:pt x="276" y="184"/>
                    <a:pt x="238" y="227"/>
                    <a:pt x="181" y="238"/>
                  </a:cubicBezTo>
                  <a:lnTo>
                    <a:pt x="281" y="442"/>
                  </a:lnTo>
                  <a:lnTo>
                    <a:pt x="244" y="442"/>
                  </a:lnTo>
                  <a:lnTo>
                    <a:pt x="244" y="442"/>
                  </a:lnTo>
                  <a:close/>
                  <a:moveTo>
                    <a:pt x="152" y="29"/>
                  </a:moveTo>
                  <a:lnTo>
                    <a:pt x="32" y="29"/>
                  </a:lnTo>
                  <a:lnTo>
                    <a:pt x="32" y="209"/>
                  </a:lnTo>
                  <a:lnTo>
                    <a:pt x="152" y="209"/>
                  </a:lnTo>
                  <a:cubicBezTo>
                    <a:pt x="207" y="209"/>
                    <a:pt x="244" y="181"/>
                    <a:pt x="244" y="118"/>
                  </a:cubicBezTo>
                  <a:cubicBezTo>
                    <a:pt x="244" y="57"/>
                    <a:pt x="207" y="29"/>
                    <a:pt x="152" y="29"/>
                  </a:cubicBezTo>
                  <a:lnTo>
                    <a:pt x="152" y="29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42A1FF98-F5C6-4DFB-8260-52028683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814" y="7841477"/>
              <a:ext cx="195263" cy="320675"/>
            </a:xfrm>
            <a:custGeom>
              <a:avLst/>
              <a:gdLst>
                <a:gd name="T0" fmla="*/ 137 w 278"/>
                <a:gd name="T1" fmla="*/ 454 h 454"/>
                <a:gd name="T2" fmla="*/ 0 w 278"/>
                <a:gd name="T3" fmla="*/ 393 h 454"/>
                <a:gd name="T4" fmla="*/ 23 w 278"/>
                <a:gd name="T5" fmla="*/ 370 h 454"/>
                <a:gd name="T6" fmla="*/ 140 w 278"/>
                <a:gd name="T7" fmla="*/ 422 h 454"/>
                <a:gd name="T8" fmla="*/ 246 w 278"/>
                <a:gd name="T9" fmla="*/ 330 h 454"/>
                <a:gd name="T10" fmla="*/ 223 w 278"/>
                <a:gd name="T11" fmla="*/ 270 h 454"/>
                <a:gd name="T12" fmla="*/ 163 w 278"/>
                <a:gd name="T13" fmla="*/ 244 h 454"/>
                <a:gd name="T14" fmla="*/ 114 w 278"/>
                <a:gd name="T15" fmla="*/ 238 h 454"/>
                <a:gd name="T16" fmla="*/ 43 w 278"/>
                <a:gd name="T17" fmla="*/ 204 h 454"/>
                <a:gd name="T18" fmla="*/ 8 w 278"/>
                <a:gd name="T19" fmla="*/ 124 h 454"/>
                <a:gd name="T20" fmla="*/ 137 w 278"/>
                <a:gd name="T21" fmla="*/ 0 h 454"/>
                <a:gd name="T22" fmla="*/ 258 w 278"/>
                <a:gd name="T23" fmla="*/ 49 h 454"/>
                <a:gd name="T24" fmla="*/ 238 w 278"/>
                <a:gd name="T25" fmla="*/ 72 h 454"/>
                <a:gd name="T26" fmla="*/ 137 w 278"/>
                <a:gd name="T27" fmla="*/ 29 h 454"/>
                <a:gd name="T28" fmla="*/ 40 w 278"/>
                <a:gd name="T29" fmla="*/ 121 h 454"/>
                <a:gd name="T30" fmla="*/ 63 w 278"/>
                <a:gd name="T31" fmla="*/ 181 h 454"/>
                <a:gd name="T32" fmla="*/ 123 w 278"/>
                <a:gd name="T33" fmla="*/ 207 h 454"/>
                <a:gd name="T34" fmla="*/ 169 w 278"/>
                <a:gd name="T35" fmla="*/ 215 h 454"/>
                <a:gd name="T36" fmla="*/ 241 w 278"/>
                <a:gd name="T37" fmla="*/ 244 h 454"/>
                <a:gd name="T38" fmla="*/ 278 w 278"/>
                <a:gd name="T39" fmla="*/ 330 h 454"/>
                <a:gd name="T40" fmla="*/ 137 w 278"/>
                <a:gd name="T41" fmla="*/ 454 h 454"/>
                <a:gd name="T42" fmla="*/ 137 w 278"/>
                <a:gd name="T43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8" h="454">
                  <a:moveTo>
                    <a:pt x="137" y="454"/>
                  </a:moveTo>
                  <a:cubicBezTo>
                    <a:pt x="77" y="454"/>
                    <a:pt x="37" y="433"/>
                    <a:pt x="0" y="393"/>
                  </a:cubicBezTo>
                  <a:lnTo>
                    <a:pt x="23" y="370"/>
                  </a:lnTo>
                  <a:cubicBezTo>
                    <a:pt x="60" y="410"/>
                    <a:pt x="92" y="422"/>
                    <a:pt x="140" y="422"/>
                  </a:cubicBezTo>
                  <a:cubicBezTo>
                    <a:pt x="206" y="422"/>
                    <a:pt x="246" y="390"/>
                    <a:pt x="246" y="330"/>
                  </a:cubicBezTo>
                  <a:cubicBezTo>
                    <a:pt x="246" y="304"/>
                    <a:pt x="238" y="284"/>
                    <a:pt x="223" y="270"/>
                  </a:cubicBezTo>
                  <a:cubicBezTo>
                    <a:pt x="209" y="256"/>
                    <a:pt x="198" y="250"/>
                    <a:pt x="163" y="244"/>
                  </a:cubicBezTo>
                  <a:lnTo>
                    <a:pt x="114" y="238"/>
                  </a:lnTo>
                  <a:cubicBezTo>
                    <a:pt x="83" y="233"/>
                    <a:pt x="60" y="221"/>
                    <a:pt x="43" y="204"/>
                  </a:cubicBezTo>
                  <a:cubicBezTo>
                    <a:pt x="20" y="184"/>
                    <a:pt x="8" y="158"/>
                    <a:pt x="8" y="124"/>
                  </a:cubicBezTo>
                  <a:cubicBezTo>
                    <a:pt x="8" y="49"/>
                    <a:pt x="60" y="0"/>
                    <a:pt x="137" y="0"/>
                  </a:cubicBezTo>
                  <a:cubicBezTo>
                    <a:pt x="189" y="0"/>
                    <a:pt x="220" y="18"/>
                    <a:pt x="258" y="49"/>
                  </a:cubicBezTo>
                  <a:lnTo>
                    <a:pt x="238" y="72"/>
                  </a:lnTo>
                  <a:cubicBezTo>
                    <a:pt x="212" y="46"/>
                    <a:pt x="186" y="29"/>
                    <a:pt x="137" y="29"/>
                  </a:cubicBezTo>
                  <a:cubicBezTo>
                    <a:pt x="77" y="29"/>
                    <a:pt x="40" y="66"/>
                    <a:pt x="40" y="121"/>
                  </a:cubicBezTo>
                  <a:cubicBezTo>
                    <a:pt x="40" y="147"/>
                    <a:pt x="46" y="167"/>
                    <a:pt x="63" y="181"/>
                  </a:cubicBezTo>
                  <a:cubicBezTo>
                    <a:pt x="77" y="193"/>
                    <a:pt x="100" y="204"/>
                    <a:pt x="123" y="207"/>
                  </a:cubicBezTo>
                  <a:lnTo>
                    <a:pt x="169" y="215"/>
                  </a:lnTo>
                  <a:cubicBezTo>
                    <a:pt x="206" y="221"/>
                    <a:pt x="223" y="230"/>
                    <a:pt x="241" y="244"/>
                  </a:cubicBezTo>
                  <a:cubicBezTo>
                    <a:pt x="264" y="264"/>
                    <a:pt x="278" y="296"/>
                    <a:pt x="278" y="330"/>
                  </a:cubicBezTo>
                  <a:cubicBezTo>
                    <a:pt x="278" y="405"/>
                    <a:pt x="223" y="454"/>
                    <a:pt x="137" y="454"/>
                  </a:cubicBezTo>
                  <a:lnTo>
                    <a:pt x="137" y="454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9E8CED46-26B3-4DB3-BCF7-79E627A7DD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015150" y="7265214"/>
              <a:ext cx="976313" cy="960438"/>
            </a:xfrm>
            <a:custGeom>
              <a:avLst/>
              <a:gdLst>
                <a:gd name="T0" fmla="*/ 591 w 1388"/>
                <a:gd name="T1" fmla="*/ 674 h 1365"/>
                <a:gd name="T2" fmla="*/ 797 w 1388"/>
                <a:gd name="T3" fmla="*/ 685 h 1365"/>
                <a:gd name="T4" fmla="*/ 797 w 1388"/>
                <a:gd name="T5" fmla="*/ 625 h 1365"/>
                <a:gd name="T6" fmla="*/ 591 w 1388"/>
                <a:gd name="T7" fmla="*/ 614 h 1365"/>
                <a:gd name="T8" fmla="*/ 803 w 1388"/>
                <a:gd name="T9" fmla="*/ 872 h 1365"/>
                <a:gd name="T10" fmla="*/ 585 w 1388"/>
                <a:gd name="T11" fmla="*/ 858 h 1365"/>
                <a:gd name="T12" fmla="*/ 769 w 1388"/>
                <a:gd name="T13" fmla="*/ 726 h 1365"/>
                <a:gd name="T14" fmla="*/ 622 w 1388"/>
                <a:gd name="T15" fmla="*/ 760 h 1365"/>
                <a:gd name="T16" fmla="*/ 829 w 1388"/>
                <a:gd name="T17" fmla="*/ 439 h 1365"/>
                <a:gd name="T18" fmla="*/ 757 w 1388"/>
                <a:gd name="T19" fmla="*/ 476 h 1365"/>
                <a:gd name="T20" fmla="*/ 777 w 1388"/>
                <a:gd name="T21" fmla="*/ 820 h 1365"/>
                <a:gd name="T22" fmla="*/ 602 w 1388"/>
                <a:gd name="T23" fmla="*/ 797 h 1365"/>
                <a:gd name="T24" fmla="*/ 846 w 1388"/>
                <a:gd name="T25" fmla="*/ 981 h 1365"/>
                <a:gd name="T26" fmla="*/ 554 w 1388"/>
                <a:gd name="T27" fmla="*/ 1004 h 1365"/>
                <a:gd name="T28" fmla="*/ 1024 w 1388"/>
                <a:gd name="T29" fmla="*/ 694 h 1365"/>
                <a:gd name="T30" fmla="*/ 952 w 1388"/>
                <a:gd name="T31" fmla="*/ 731 h 1365"/>
                <a:gd name="T32" fmla="*/ 961 w 1388"/>
                <a:gd name="T33" fmla="*/ 599 h 1365"/>
                <a:gd name="T34" fmla="*/ 903 w 1388"/>
                <a:gd name="T35" fmla="*/ 545 h 1365"/>
                <a:gd name="T36" fmla="*/ 926 w 1388"/>
                <a:gd name="T37" fmla="*/ 588 h 1365"/>
                <a:gd name="T38" fmla="*/ 1316 w 1388"/>
                <a:gd name="T39" fmla="*/ 439 h 1365"/>
                <a:gd name="T40" fmla="*/ 852 w 1388"/>
                <a:gd name="T41" fmla="*/ 72 h 1365"/>
                <a:gd name="T42" fmla="*/ 691 w 1388"/>
                <a:gd name="T43" fmla="*/ 0 h 1365"/>
                <a:gd name="T44" fmla="*/ 674 w 1388"/>
                <a:gd name="T45" fmla="*/ 9 h 1365"/>
                <a:gd name="T46" fmla="*/ 399 w 1388"/>
                <a:gd name="T47" fmla="*/ 321 h 1365"/>
                <a:gd name="T48" fmla="*/ 3 w 1388"/>
                <a:gd name="T49" fmla="*/ 502 h 1365"/>
                <a:gd name="T50" fmla="*/ 135 w 1388"/>
                <a:gd name="T51" fmla="*/ 806 h 1365"/>
                <a:gd name="T52" fmla="*/ 255 w 1388"/>
                <a:gd name="T53" fmla="*/ 1296 h 1365"/>
                <a:gd name="T54" fmla="*/ 436 w 1388"/>
                <a:gd name="T55" fmla="*/ 1351 h 1365"/>
                <a:gd name="T56" fmla="*/ 1027 w 1388"/>
                <a:gd name="T57" fmla="*/ 1325 h 1365"/>
                <a:gd name="T58" fmla="*/ 1121 w 1388"/>
                <a:gd name="T59" fmla="*/ 1317 h 1365"/>
                <a:gd name="T60" fmla="*/ 1130 w 1388"/>
                <a:gd name="T61" fmla="*/ 1308 h 1365"/>
                <a:gd name="T62" fmla="*/ 1207 w 1388"/>
                <a:gd name="T63" fmla="*/ 1164 h 1365"/>
                <a:gd name="T64" fmla="*/ 1365 w 1388"/>
                <a:gd name="T65" fmla="*/ 597 h 1365"/>
                <a:gd name="T66" fmla="*/ 493 w 1388"/>
                <a:gd name="T67" fmla="*/ 252 h 1365"/>
                <a:gd name="T68" fmla="*/ 769 w 1388"/>
                <a:gd name="T69" fmla="*/ 103 h 1365"/>
                <a:gd name="T70" fmla="*/ 694 w 1388"/>
                <a:gd name="T71" fmla="*/ 290 h 1365"/>
                <a:gd name="T72" fmla="*/ 161 w 1388"/>
                <a:gd name="T73" fmla="*/ 757 h 1365"/>
                <a:gd name="T74" fmla="*/ 158 w 1388"/>
                <a:gd name="T75" fmla="*/ 416 h 1365"/>
                <a:gd name="T76" fmla="*/ 270 w 1388"/>
                <a:gd name="T77" fmla="*/ 835 h 1365"/>
                <a:gd name="T78" fmla="*/ 445 w 1388"/>
                <a:gd name="T79" fmla="*/ 1296 h 1365"/>
                <a:gd name="T80" fmla="*/ 247 w 1388"/>
                <a:gd name="T81" fmla="*/ 1018 h 1365"/>
                <a:gd name="T82" fmla="*/ 579 w 1388"/>
                <a:gd name="T83" fmla="*/ 1230 h 1365"/>
                <a:gd name="T84" fmla="*/ 694 w 1388"/>
                <a:gd name="T85" fmla="*/ 1119 h 1365"/>
                <a:gd name="T86" fmla="*/ 1004 w 1388"/>
                <a:gd name="T87" fmla="*/ 1276 h 1365"/>
                <a:gd name="T88" fmla="*/ 1101 w 1388"/>
                <a:gd name="T89" fmla="*/ 889 h 1365"/>
                <a:gd name="T90" fmla="*/ 1313 w 1388"/>
                <a:gd name="T91" fmla="*/ 605 h 1365"/>
                <a:gd name="T92" fmla="*/ 1133 w 1388"/>
                <a:gd name="T93" fmla="*/ 729 h 1365"/>
                <a:gd name="T94" fmla="*/ 1267 w 1388"/>
                <a:gd name="T95" fmla="*/ 465 h 1365"/>
                <a:gd name="T96" fmla="*/ 542 w 1388"/>
                <a:gd name="T97" fmla="*/ 1033 h 1365"/>
                <a:gd name="T98" fmla="*/ 860 w 1388"/>
                <a:gd name="T99" fmla="*/ 1056 h 1365"/>
                <a:gd name="T100" fmla="*/ 820 w 1388"/>
                <a:gd name="T101" fmla="*/ 944 h 1365"/>
                <a:gd name="T102" fmla="*/ 559 w 1388"/>
                <a:gd name="T103" fmla="*/ 921 h 1365"/>
                <a:gd name="T104" fmla="*/ 608 w 1388"/>
                <a:gd name="T105" fmla="*/ 490 h 1365"/>
                <a:gd name="T106" fmla="*/ 620 w 1388"/>
                <a:gd name="T107" fmla="*/ 410 h 1365"/>
                <a:gd name="T108" fmla="*/ 574 w 1388"/>
                <a:gd name="T109" fmla="*/ 502 h 1365"/>
                <a:gd name="T110" fmla="*/ 442 w 1388"/>
                <a:gd name="T111" fmla="*/ 568 h 1365"/>
                <a:gd name="T112" fmla="*/ 522 w 1388"/>
                <a:gd name="T113" fmla="*/ 554 h 1365"/>
                <a:gd name="T114" fmla="*/ 405 w 1388"/>
                <a:gd name="T115" fmla="*/ 694 h 1365"/>
                <a:gd name="T116" fmla="*/ 442 w 1388"/>
                <a:gd name="T117" fmla="*/ 766 h 1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8" h="1365">
                  <a:moveTo>
                    <a:pt x="797" y="685"/>
                  </a:moveTo>
                  <a:lnTo>
                    <a:pt x="797" y="674"/>
                  </a:lnTo>
                  <a:cubicBezTo>
                    <a:pt x="797" y="668"/>
                    <a:pt x="794" y="663"/>
                    <a:pt x="789" y="663"/>
                  </a:cubicBezTo>
                  <a:lnTo>
                    <a:pt x="602" y="663"/>
                  </a:lnTo>
                  <a:cubicBezTo>
                    <a:pt x="597" y="663"/>
                    <a:pt x="591" y="668"/>
                    <a:pt x="591" y="674"/>
                  </a:cubicBezTo>
                  <a:lnTo>
                    <a:pt x="591" y="685"/>
                  </a:lnTo>
                  <a:cubicBezTo>
                    <a:pt x="591" y="691"/>
                    <a:pt x="597" y="697"/>
                    <a:pt x="602" y="697"/>
                  </a:cubicBezTo>
                  <a:lnTo>
                    <a:pt x="789" y="697"/>
                  </a:lnTo>
                  <a:cubicBezTo>
                    <a:pt x="794" y="697"/>
                    <a:pt x="797" y="691"/>
                    <a:pt x="797" y="685"/>
                  </a:cubicBezTo>
                  <a:lnTo>
                    <a:pt x="797" y="685"/>
                  </a:lnTo>
                  <a:close/>
                  <a:moveTo>
                    <a:pt x="591" y="614"/>
                  </a:moveTo>
                  <a:lnTo>
                    <a:pt x="591" y="625"/>
                  </a:lnTo>
                  <a:cubicBezTo>
                    <a:pt x="591" y="631"/>
                    <a:pt x="597" y="637"/>
                    <a:pt x="602" y="637"/>
                  </a:cubicBezTo>
                  <a:lnTo>
                    <a:pt x="789" y="637"/>
                  </a:lnTo>
                  <a:cubicBezTo>
                    <a:pt x="794" y="637"/>
                    <a:pt x="797" y="631"/>
                    <a:pt x="797" y="625"/>
                  </a:cubicBezTo>
                  <a:lnTo>
                    <a:pt x="797" y="614"/>
                  </a:lnTo>
                  <a:cubicBezTo>
                    <a:pt x="797" y="608"/>
                    <a:pt x="794" y="602"/>
                    <a:pt x="789" y="602"/>
                  </a:cubicBezTo>
                  <a:lnTo>
                    <a:pt x="602" y="602"/>
                  </a:lnTo>
                  <a:cubicBezTo>
                    <a:pt x="597" y="602"/>
                    <a:pt x="591" y="608"/>
                    <a:pt x="591" y="614"/>
                  </a:cubicBezTo>
                  <a:lnTo>
                    <a:pt x="591" y="614"/>
                  </a:lnTo>
                  <a:close/>
                  <a:moveTo>
                    <a:pt x="585" y="858"/>
                  </a:moveTo>
                  <a:lnTo>
                    <a:pt x="585" y="872"/>
                  </a:lnTo>
                  <a:cubicBezTo>
                    <a:pt x="585" y="878"/>
                    <a:pt x="591" y="881"/>
                    <a:pt x="597" y="881"/>
                  </a:cubicBezTo>
                  <a:lnTo>
                    <a:pt x="792" y="881"/>
                  </a:lnTo>
                  <a:cubicBezTo>
                    <a:pt x="797" y="881"/>
                    <a:pt x="803" y="878"/>
                    <a:pt x="803" y="872"/>
                  </a:cubicBezTo>
                  <a:lnTo>
                    <a:pt x="803" y="858"/>
                  </a:lnTo>
                  <a:cubicBezTo>
                    <a:pt x="803" y="852"/>
                    <a:pt x="797" y="849"/>
                    <a:pt x="792" y="849"/>
                  </a:cubicBezTo>
                  <a:lnTo>
                    <a:pt x="597" y="849"/>
                  </a:lnTo>
                  <a:cubicBezTo>
                    <a:pt x="591" y="849"/>
                    <a:pt x="585" y="852"/>
                    <a:pt x="585" y="858"/>
                  </a:cubicBezTo>
                  <a:lnTo>
                    <a:pt x="585" y="858"/>
                  </a:lnTo>
                  <a:close/>
                  <a:moveTo>
                    <a:pt x="622" y="760"/>
                  </a:moveTo>
                  <a:lnTo>
                    <a:pt x="769" y="760"/>
                  </a:lnTo>
                  <a:cubicBezTo>
                    <a:pt x="774" y="760"/>
                    <a:pt x="780" y="754"/>
                    <a:pt x="780" y="749"/>
                  </a:cubicBezTo>
                  <a:lnTo>
                    <a:pt x="780" y="737"/>
                  </a:lnTo>
                  <a:cubicBezTo>
                    <a:pt x="780" y="731"/>
                    <a:pt x="774" y="726"/>
                    <a:pt x="769" y="726"/>
                  </a:cubicBezTo>
                  <a:lnTo>
                    <a:pt x="622" y="726"/>
                  </a:lnTo>
                  <a:cubicBezTo>
                    <a:pt x="617" y="726"/>
                    <a:pt x="611" y="731"/>
                    <a:pt x="611" y="737"/>
                  </a:cubicBezTo>
                  <a:lnTo>
                    <a:pt x="611" y="749"/>
                  </a:lnTo>
                  <a:cubicBezTo>
                    <a:pt x="611" y="754"/>
                    <a:pt x="617" y="760"/>
                    <a:pt x="622" y="760"/>
                  </a:cubicBezTo>
                  <a:lnTo>
                    <a:pt x="622" y="760"/>
                  </a:lnTo>
                  <a:close/>
                  <a:moveTo>
                    <a:pt x="757" y="511"/>
                  </a:moveTo>
                  <a:lnTo>
                    <a:pt x="786" y="490"/>
                  </a:lnTo>
                  <a:lnTo>
                    <a:pt x="820" y="502"/>
                  </a:lnTo>
                  <a:lnTo>
                    <a:pt x="809" y="468"/>
                  </a:lnTo>
                  <a:lnTo>
                    <a:pt x="829" y="439"/>
                  </a:lnTo>
                  <a:lnTo>
                    <a:pt x="794" y="439"/>
                  </a:lnTo>
                  <a:lnTo>
                    <a:pt x="774" y="410"/>
                  </a:lnTo>
                  <a:lnTo>
                    <a:pt x="763" y="445"/>
                  </a:lnTo>
                  <a:lnTo>
                    <a:pt x="728" y="453"/>
                  </a:lnTo>
                  <a:lnTo>
                    <a:pt x="757" y="476"/>
                  </a:lnTo>
                  <a:lnTo>
                    <a:pt x="757" y="511"/>
                  </a:lnTo>
                  <a:close/>
                  <a:moveTo>
                    <a:pt x="602" y="797"/>
                  </a:moveTo>
                  <a:lnTo>
                    <a:pt x="602" y="809"/>
                  </a:lnTo>
                  <a:cubicBezTo>
                    <a:pt x="602" y="815"/>
                    <a:pt x="605" y="820"/>
                    <a:pt x="611" y="820"/>
                  </a:cubicBezTo>
                  <a:lnTo>
                    <a:pt x="777" y="820"/>
                  </a:lnTo>
                  <a:cubicBezTo>
                    <a:pt x="783" y="820"/>
                    <a:pt x="789" y="815"/>
                    <a:pt x="789" y="809"/>
                  </a:cubicBezTo>
                  <a:lnTo>
                    <a:pt x="789" y="797"/>
                  </a:lnTo>
                  <a:cubicBezTo>
                    <a:pt x="789" y="792"/>
                    <a:pt x="783" y="786"/>
                    <a:pt x="777" y="786"/>
                  </a:cubicBezTo>
                  <a:lnTo>
                    <a:pt x="611" y="786"/>
                  </a:lnTo>
                  <a:cubicBezTo>
                    <a:pt x="605" y="786"/>
                    <a:pt x="602" y="792"/>
                    <a:pt x="602" y="797"/>
                  </a:cubicBezTo>
                  <a:lnTo>
                    <a:pt x="602" y="797"/>
                  </a:lnTo>
                  <a:close/>
                  <a:moveTo>
                    <a:pt x="554" y="1004"/>
                  </a:moveTo>
                  <a:lnTo>
                    <a:pt x="837" y="1004"/>
                  </a:lnTo>
                  <a:cubicBezTo>
                    <a:pt x="843" y="1004"/>
                    <a:pt x="846" y="1001"/>
                    <a:pt x="846" y="992"/>
                  </a:cubicBezTo>
                  <a:lnTo>
                    <a:pt x="846" y="981"/>
                  </a:lnTo>
                  <a:cubicBezTo>
                    <a:pt x="846" y="975"/>
                    <a:pt x="843" y="969"/>
                    <a:pt x="837" y="969"/>
                  </a:cubicBezTo>
                  <a:lnTo>
                    <a:pt x="554" y="969"/>
                  </a:lnTo>
                  <a:cubicBezTo>
                    <a:pt x="548" y="969"/>
                    <a:pt x="542" y="975"/>
                    <a:pt x="542" y="981"/>
                  </a:cubicBezTo>
                  <a:lnTo>
                    <a:pt x="542" y="992"/>
                  </a:lnTo>
                  <a:cubicBezTo>
                    <a:pt x="542" y="1001"/>
                    <a:pt x="548" y="1004"/>
                    <a:pt x="554" y="1004"/>
                  </a:cubicBezTo>
                  <a:lnTo>
                    <a:pt x="554" y="1004"/>
                  </a:lnTo>
                  <a:close/>
                  <a:moveTo>
                    <a:pt x="981" y="746"/>
                  </a:moveTo>
                  <a:lnTo>
                    <a:pt x="1012" y="757"/>
                  </a:lnTo>
                  <a:lnTo>
                    <a:pt x="1004" y="723"/>
                  </a:lnTo>
                  <a:lnTo>
                    <a:pt x="1024" y="694"/>
                  </a:lnTo>
                  <a:lnTo>
                    <a:pt x="989" y="694"/>
                  </a:lnTo>
                  <a:lnTo>
                    <a:pt x="969" y="665"/>
                  </a:lnTo>
                  <a:lnTo>
                    <a:pt x="958" y="700"/>
                  </a:lnTo>
                  <a:lnTo>
                    <a:pt x="923" y="708"/>
                  </a:lnTo>
                  <a:lnTo>
                    <a:pt x="952" y="731"/>
                  </a:lnTo>
                  <a:lnTo>
                    <a:pt x="952" y="766"/>
                  </a:lnTo>
                  <a:lnTo>
                    <a:pt x="981" y="746"/>
                  </a:lnTo>
                  <a:lnTo>
                    <a:pt x="981" y="746"/>
                  </a:lnTo>
                  <a:close/>
                  <a:moveTo>
                    <a:pt x="926" y="588"/>
                  </a:moveTo>
                  <a:lnTo>
                    <a:pt x="961" y="599"/>
                  </a:lnTo>
                  <a:lnTo>
                    <a:pt x="949" y="568"/>
                  </a:lnTo>
                  <a:lnTo>
                    <a:pt x="969" y="539"/>
                  </a:lnTo>
                  <a:lnTo>
                    <a:pt x="935" y="539"/>
                  </a:lnTo>
                  <a:lnTo>
                    <a:pt x="915" y="511"/>
                  </a:lnTo>
                  <a:lnTo>
                    <a:pt x="903" y="545"/>
                  </a:lnTo>
                  <a:lnTo>
                    <a:pt x="869" y="554"/>
                  </a:lnTo>
                  <a:lnTo>
                    <a:pt x="898" y="574"/>
                  </a:lnTo>
                  <a:lnTo>
                    <a:pt x="898" y="611"/>
                  </a:lnTo>
                  <a:lnTo>
                    <a:pt x="926" y="588"/>
                  </a:lnTo>
                  <a:lnTo>
                    <a:pt x="926" y="588"/>
                  </a:lnTo>
                  <a:close/>
                  <a:moveTo>
                    <a:pt x="1388" y="508"/>
                  </a:moveTo>
                  <a:lnTo>
                    <a:pt x="1388" y="505"/>
                  </a:lnTo>
                  <a:cubicBezTo>
                    <a:pt x="1385" y="499"/>
                    <a:pt x="1382" y="493"/>
                    <a:pt x="1376" y="488"/>
                  </a:cubicBezTo>
                  <a:lnTo>
                    <a:pt x="1371" y="485"/>
                  </a:lnTo>
                  <a:cubicBezTo>
                    <a:pt x="1331" y="470"/>
                    <a:pt x="1325" y="459"/>
                    <a:pt x="1316" y="439"/>
                  </a:cubicBezTo>
                  <a:cubicBezTo>
                    <a:pt x="1308" y="424"/>
                    <a:pt x="1296" y="402"/>
                    <a:pt x="1270" y="376"/>
                  </a:cubicBezTo>
                  <a:cubicBezTo>
                    <a:pt x="1207" y="313"/>
                    <a:pt x="1133" y="327"/>
                    <a:pt x="1104" y="336"/>
                  </a:cubicBezTo>
                  <a:cubicBezTo>
                    <a:pt x="1061" y="313"/>
                    <a:pt x="1021" y="313"/>
                    <a:pt x="989" y="321"/>
                  </a:cubicBezTo>
                  <a:cubicBezTo>
                    <a:pt x="989" y="290"/>
                    <a:pt x="978" y="252"/>
                    <a:pt x="941" y="221"/>
                  </a:cubicBezTo>
                  <a:cubicBezTo>
                    <a:pt x="941" y="186"/>
                    <a:pt x="929" y="112"/>
                    <a:pt x="852" y="72"/>
                  </a:cubicBezTo>
                  <a:cubicBezTo>
                    <a:pt x="817" y="54"/>
                    <a:pt x="794" y="52"/>
                    <a:pt x="777" y="49"/>
                  </a:cubicBezTo>
                  <a:cubicBezTo>
                    <a:pt x="754" y="46"/>
                    <a:pt x="743" y="46"/>
                    <a:pt x="717" y="11"/>
                  </a:cubicBezTo>
                  <a:lnTo>
                    <a:pt x="711" y="6"/>
                  </a:lnTo>
                  <a:cubicBezTo>
                    <a:pt x="708" y="3"/>
                    <a:pt x="703" y="3"/>
                    <a:pt x="700" y="0"/>
                  </a:cubicBezTo>
                  <a:lnTo>
                    <a:pt x="691" y="0"/>
                  </a:lnTo>
                  <a:lnTo>
                    <a:pt x="685" y="3"/>
                  </a:lnTo>
                  <a:lnTo>
                    <a:pt x="683" y="3"/>
                  </a:lnTo>
                  <a:lnTo>
                    <a:pt x="680" y="6"/>
                  </a:lnTo>
                  <a:lnTo>
                    <a:pt x="677" y="6"/>
                  </a:lnTo>
                  <a:lnTo>
                    <a:pt x="674" y="9"/>
                  </a:lnTo>
                  <a:lnTo>
                    <a:pt x="674" y="11"/>
                  </a:lnTo>
                  <a:cubicBezTo>
                    <a:pt x="645" y="46"/>
                    <a:pt x="634" y="46"/>
                    <a:pt x="614" y="49"/>
                  </a:cubicBezTo>
                  <a:cubicBezTo>
                    <a:pt x="594" y="52"/>
                    <a:pt x="571" y="54"/>
                    <a:pt x="536" y="72"/>
                  </a:cubicBezTo>
                  <a:cubicBezTo>
                    <a:pt x="459" y="112"/>
                    <a:pt x="450" y="186"/>
                    <a:pt x="448" y="221"/>
                  </a:cubicBezTo>
                  <a:cubicBezTo>
                    <a:pt x="413" y="252"/>
                    <a:pt x="399" y="290"/>
                    <a:pt x="399" y="321"/>
                  </a:cubicBezTo>
                  <a:cubicBezTo>
                    <a:pt x="367" y="313"/>
                    <a:pt x="330" y="313"/>
                    <a:pt x="287" y="336"/>
                  </a:cubicBezTo>
                  <a:cubicBezTo>
                    <a:pt x="255" y="327"/>
                    <a:pt x="184" y="315"/>
                    <a:pt x="121" y="376"/>
                  </a:cubicBezTo>
                  <a:cubicBezTo>
                    <a:pt x="95" y="404"/>
                    <a:pt x="83" y="424"/>
                    <a:pt x="75" y="442"/>
                  </a:cubicBezTo>
                  <a:cubicBezTo>
                    <a:pt x="66" y="462"/>
                    <a:pt x="61" y="470"/>
                    <a:pt x="20" y="488"/>
                  </a:cubicBezTo>
                  <a:cubicBezTo>
                    <a:pt x="12" y="490"/>
                    <a:pt x="6" y="493"/>
                    <a:pt x="3" y="502"/>
                  </a:cubicBezTo>
                  <a:lnTo>
                    <a:pt x="3" y="511"/>
                  </a:lnTo>
                  <a:cubicBezTo>
                    <a:pt x="0" y="516"/>
                    <a:pt x="3" y="522"/>
                    <a:pt x="6" y="528"/>
                  </a:cubicBezTo>
                  <a:cubicBezTo>
                    <a:pt x="29" y="565"/>
                    <a:pt x="29" y="574"/>
                    <a:pt x="23" y="597"/>
                  </a:cubicBezTo>
                  <a:cubicBezTo>
                    <a:pt x="20" y="614"/>
                    <a:pt x="18" y="637"/>
                    <a:pt x="23" y="674"/>
                  </a:cubicBezTo>
                  <a:cubicBezTo>
                    <a:pt x="38" y="763"/>
                    <a:pt x="106" y="795"/>
                    <a:pt x="135" y="806"/>
                  </a:cubicBezTo>
                  <a:cubicBezTo>
                    <a:pt x="155" y="849"/>
                    <a:pt x="187" y="872"/>
                    <a:pt x="218" y="883"/>
                  </a:cubicBezTo>
                  <a:cubicBezTo>
                    <a:pt x="198" y="909"/>
                    <a:pt x="187" y="947"/>
                    <a:pt x="195" y="995"/>
                  </a:cubicBezTo>
                  <a:cubicBezTo>
                    <a:pt x="178" y="1021"/>
                    <a:pt x="144" y="1087"/>
                    <a:pt x="184" y="1167"/>
                  </a:cubicBezTo>
                  <a:cubicBezTo>
                    <a:pt x="201" y="1199"/>
                    <a:pt x="218" y="1216"/>
                    <a:pt x="230" y="1230"/>
                  </a:cubicBezTo>
                  <a:cubicBezTo>
                    <a:pt x="247" y="1245"/>
                    <a:pt x="253" y="1253"/>
                    <a:pt x="255" y="1296"/>
                  </a:cubicBezTo>
                  <a:cubicBezTo>
                    <a:pt x="255" y="1299"/>
                    <a:pt x="258" y="1305"/>
                    <a:pt x="258" y="1308"/>
                  </a:cubicBezTo>
                  <a:lnTo>
                    <a:pt x="261" y="1311"/>
                  </a:lnTo>
                  <a:cubicBezTo>
                    <a:pt x="267" y="1319"/>
                    <a:pt x="278" y="1325"/>
                    <a:pt x="290" y="1322"/>
                  </a:cubicBezTo>
                  <a:cubicBezTo>
                    <a:pt x="333" y="1311"/>
                    <a:pt x="341" y="1317"/>
                    <a:pt x="362" y="1325"/>
                  </a:cubicBezTo>
                  <a:cubicBezTo>
                    <a:pt x="379" y="1334"/>
                    <a:pt x="399" y="1345"/>
                    <a:pt x="436" y="1351"/>
                  </a:cubicBezTo>
                  <a:cubicBezTo>
                    <a:pt x="525" y="1365"/>
                    <a:pt x="577" y="1311"/>
                    <a:pt x="597" y="1285"/>
                  </a:cubicBezTo>
                  <a:cubicBezTo>
                    <a:pt x="645" y="1279"/>
                    <a:pt x="677" y="1256"/>
                    <a:pt x="697" y="1228"/>
                  </a:cubicBezTo>
                  <a:cubicBezTo>
                    <a:pt x="714" y="1256"/>
                    <a:pt x="746" y="1279"/>
                    <a:pt x="794" y="1282"/>
                  </a:cubicBezTo>
                  <a:cubicBezTo>
                    <a:pt x="815" y="1308"/>
                    <a:pt x="866" y="1362"/>
                    <a:pt x="955" y="1351"/>
                  </a:cubicBezTo>
                  <a:cubicBezTo>
                    <a:pt x="992" y="1345"/>
                    <a:pt x="1012" y="1334"/>
                    <a:pt x="1027" y="1325"/>
                  </a:cubicBezTo>
                  <a:cubicBezTo>
                    <a:pt x="1047" y="1314"/>
                    <a:pt x="1058" y="1308"/>
                    <a:pt x="1098" y="1319"/>
                  </a:cubicBezTo>
                  <a:cubicBezTo>
                    <a:pt x="1101" y="1319"/>
                    <a:pt x="1104" y="1322"/>
                    <a:pt x="1107" y="1322"/>
                  </a:cubicBezTo>
                  <a:cubicBezTo>
                    <a:pt x="1110" y="1322"/>
                    <a:pt x="1113" y="1319"/>
                    <a:pt x="1116" y="1319"/>
                  </a:cubicBezTo>
                  <a:lnTo>
                    <a:pt x="1121" y="1319"/>
                  </a:lnTo>
                  <a:lnTo>
                    <a:pt x="1121" y="1317"/>
                  </a:lnTo>
                  <a:lnTo>
                    <a:pt x="1124" y="1317"/>
                  </a:lnTo>
                  <a:lnTo>
                    <a:pt x="1124" y="1314"/>
                  </a:lnTo>
                  <a:lnTo>
                    <a:pt x="1127" y="1314"/>
                  </a:lnTo>
                  <a:lnTo>
                    <a:pt x="1130" y="1311"/>
                  </a:lnTo>
                  <a:lnTo>
                    <a:pt x="1130" y="1308"/>
                  </a:lnTo>
                  <a:lnTo>
                    <a:pt x="1133" y="1305"/>
                  </a:lnTo>
                  <a:lnTo>
                    <a:pt x="1133" y="1302"/>
                  </a:lnTo>
                  <a:lnTo>
                    <a:pt x="1136" y="1296"/>
                  </a:lnTo>
                  <a:cubicBezTo>
                    <a:pt x="1136" y="1251"/>
                    <a:pt x="1144" y="1245"/>
                    <a:pt x="1161" y="1228"/>
                  </a:cubicBezTo>
                  <a:cubicBezTo>
                    <a:pt x="1173" y="1216"/>
                    <a:pt x="1190" y="1199"/>
                    <a:pt x="1207" y="1164"/>
                  </a:cubicBezTo>
                  <a:cubicBezTo>
                    <a:pt x="1247" y="1087"/>
                    <a:pt x="1213" y="1021"/>
                    <a:pt x="1193" y="992"/>
                  </a:cubicBezTo>
                  <a:cubicBezTo>
                    <a:pt x="1204" y="947"/>
                    <a:pt x="1193" y="909"/>
                    <a:pt x="1173" y="883"/>
                  </a:cubicBezTo>
                  <a:cubicBezTo>
                    <a:pt x="1204" y="872"/>
                    <a:pt x="1236" y="849"/>
                    <a:pt x="1256" y="806"/>
                  </a:cubicBezTo>
                  <a:cubicBezTo>
                    <a:pt x="1285" y="795"/>
                    <a:pt x="1353" y="760"/>
                    <a:pt x="1368" y="674"/>
                  </a:cubicBezTo>
                  <a:cubicBezTo>
                    <a:pt x="1374" y="637"/>
                    <a:pt x="1368" y="614"/>
                    <a:pt x="1365" y="597"/>
                  </a:cubicBezTo>
                  <a:cubicBezTo>
                    <a:pt x="1362" y="574"/>
                    <a:pt x="1359" y="562"/>
                    <a:pt x="1385" y="528"/>
                  </a:cubicBezTo>
                  <a:lnTo>
                    <a:pt x="1388" y="522"/>
                  </a:lnTo>
                  <a:lnTo>
                    <a:pt x="1388" y="511"/>
                  </a:lnTo>
                  <a:lnTo>
                    <a:pt x="1388" y="508"/>
                  </a:lnTo>
                  <a:close/>
                  <a:moveTo>
                    <a:pt x="493" y="252"/>
                  </a:moveTo>
                  <a:cubicBezTo>
                    <a:pt x="499" y="247"/>
                    <a:pt x="505" y="238"/>
                    <a:pt x="502" y="229"/>
                  </a:cubicBezTo>
                  <a:cubicBezTo>
                    <a:pt x="502" y="227"/>
                    <a:pt x="496" y="155"/>
                    <a:pt x="562" y="120"/>
                  </a:cubicBezTo>
                  <a:cubicBezTo>
                    <a:pt x="588" y="109"/>
                    <a:pt x="605" y="106"/>
                    <a:pt x="620" y="103"/>
                  </a:cubicBezTo>
                  <a:cubicBezTo>
                    <a:pt x="648" y="100"/>
                    <a:pt x="668" y="95"/>
                    <a:pt x="694" y="69"/>
                  </a:cubicBezTo>
                  <a:cubicBezTo>
                    <a:pt x="723" y="95"/>
                    <a:pt x="743" y="100"/>
                    <a:pt x="769" y="103"/>
                  </a:cubicBezTo>
                  <a:cubicBezTo>
                    <a:pt x="786" y="106"/>
                    <a:pt x="800" y="109"/>
                    <a:pt x="826" y="120"/>
                  </a:cubicBezTo>
                  <a:cubicBezTo>
                    <a:pt x="892" y="155"/>
                    <a:pt x="886" y="227"/>
                    <a:pt x="886" y="229"/>
                  </a:cubicBezTo>
                  <a:cubicBezTo>
                    <a:pt x="886" y="238"/>
                    <a:pt x="889" y="247"/>
                    <a:pt x="898" y="252"/>
                  </a:cubicBezTo>
                  <a:cubicBezTo>
                    <a:pt x="946" y="293"/>
                    <a:pt x="938" y="338"/>
                    <a:pt x="926" y="359"/>
                  </a:cubicBezTo>
                  <a:cubicBezTo>
                    <a:pt x="860" y="315"/>
                    <a:pt x="780" y="290"/>
                    <a:pt x="694" y="290"/>
                  </a:cubicBezTo>
                  <a:cubicBezTo>
                    <a:pt x="608" y="290"/>
                    <a:pt x="528" y="315"/>
                    <a:pt x="462" y="359"/>
                  </a:cubicBezTo>
                  <a:cubicBezTo>
                    <a:pt x="453" y="336"/>
                    <a:pt x="445" y="293"/>
                    <a:pt x="493" y="252"/>
                  </a:cubicBezTo>
                  <a:lnTo>
                    <a:pt x="493" y="252"/>
                  </a:lnTo>
                  <a:close/>
                  <a:moveTo>
                    <a:pt x="181" y="774"/>
                  </a:moveTo>
                  <a:cubicBezTo>
                    <a:pt x="178" y="766"/>
                    <a:pt x="169" y="757"/>
                    <a:pt x="161" y="757"/>
                  </a:cubicBezTo>
                  <a:cubicBezTo>
                    <a:pt x="158" y="757"/>
                    <a:pt x="89" y="740"/>
                    <a:pt x="78" y="665"/>
                  </a:cubicBezTo>
                  <a:cubicBezTo>
                    <a:pt x="72" y="640"/>
                    <a:pt x="75" y="622"/>
                    <a:pt x="78" y="605"/>
                  </a:cubicBezTo>
                  <a:cubicBezTo>
                    <a:pt x="83" y="579"/>
                    <a:pt x="83" y="559"/>
                    <a:pt x="69" y="525"/>
                  </a:cubicBezTo>
                  <a:cubicBezTo>
                    <a:pt x="101" y="508"/>
                    <a:pt x="112" y="488"/>
                    <a:pt x="124" y="465"/>
                  </a:cubicBezTo>
                  <a:cubicBezTo>
                    <a:pt x="132" y="450"/>
                    <a:pt x="138" y="436"/>
                    <a:pt x="158" y="416"/>
                  </a:cubicBezTo>
                  <a:cubicBezTo>
                    <a:pt x="210" y="364"/>
                    <a:pt x="278" y="390"/>
                    <a:pt x="281" y="393"/>
                  </a:cubicBezTo>
                  <a:cubicBezTo>
                    <a:pt x="287" y="396"/>
                    <a:pt x="298" y="396"/>
                    <a:pt x="307" y="390"/>
                  </a:cubicBezTo>
                  <a:cubicBezTo>
                    <a:pt x="359" y="356"/>
                    <a:pt x="396" y="376"/>
                    <a:pt x="413" y="393"/>
                  </a:cubicBezTo>
                  <a:cubicBezTo>
                    <a:pt x="319" y="473"/>
                    <a:pt x="255" y="594"/>
                    <a:pt x="255" y="729"/>
                  </a:cubicBezTo>
                  <a:cubicBezTo>
                    <a:pt x="255" y="766"/>
                    <a:pt x="261" y="800"/>
                    <a:pt x="270" y="835"/>
                  </a:cubicBezTo>
                  <a:cubicBezTo>
                    <a:pt x="244" y="838"/>
                    <a:pt x="201" y="832"/>
                    <a:pt x="181" y="774"/>
                  </a:cubicBezTo>
                  <a:lnTo>
                    <a:pt x="181" y="774"/>
                  </a:lnTo>
                  <a:close/>
                  <a:moveTo>
                    <a:pt x="579" y="1230"/>
                  </a:moveTo>
                  <a:cubicBezTo>
                    <a:pt x="571" y="1230"/>
                    <a:pt x="562" y="1236"/>
                    <a:pt x="556" y="1245"/>
                  </a:cubicBezTo>
                  <a:cubicBezTo>
                    <a:pt x="556" y="1248"/>
                    <a:pt x="516" y="1308"/>
                    <a:pt x="445" y="1296"/>
                  </a:cubicBezTo>
                  <a:cubicBezTo>
                    <a:pt x="416" y="1294"/>
                    <a:pt x="402" y="1285"/>
                    <a:pt x="387" y="1276"/>
                  </a:cubicBezTo>
                  <a:cubicBezTo>
                    <a:pt x="364" y="1265"/>
                    <a:pt x="344" y="1256"/>
                    <a:pt x="307" y="1262"/>
                  </a:cubicBezTo>
                  <a:cubicBezTo>
                    <a:pt x="301" y="1225"/>
                    <a:pt x="287" y="1208"/>
                    <a:pt x="267" y="1190"/>
                  </a:cubicBezTo>
                  <a:cubicBezTo>
                    <a:pt x="255" y="1179"/>
                    <a:pt x="244" y="1167"/>
                    <a:pt x="233" y="1142"/>
                  </a:cubicBezTo>
                  <a:cubicBezTo>
                    <a:pt x="198" y="1076"/>
                    <a:pt x="244" y="1021"/>
                    <a:pt x="247" y="1018"/>
                  </a:cubicBezTo>
                  <a:cubicBezTo>
                    <a:pt x="253" y="1013"/>
                    <a:pt x="255" y="1004"/>
                    <a:pt x="253" y="995"/>
                  </a:cubicBezTo>
                  <a:cubicBezTo>
                    <a:pt x="235" y="935"/>
                    <a:pt x="267" y="906"/>
                    <a:pt x="287" y="892"/>
                  </a:cubicBezTo>
                  <a:cubicBezTo>
                    <a:pt x="347" y="1044"/>
                    <a:pt x="493" y="1156"/>
                    <a:pt x="665" y="1167"/>
                  </a:cubicBezTo>
                  <a:cubicBezTo>
                    <a:pt x="660" y="1190"/>
                    <a:pt x="640" y="1228"/>
                    <a:pt x="579" y="1230"/>
                  </a:cubicBezTo>
                  <a:lnTo>
                    <a:pt x="579" y="1230"/>
                  </a:lnTo>
                  <a:close/>
                  <a:moveTo>
                    <a:pt x="694" y="1119"/>
                  </a:moveTo>
                  <a:cubicBezTo>
                    <a:pt x="479" y="1119"/>
                    <a:pt x="304" y="944"/>
                    <a:pt x="304" y="729"/>
                  </a:cubicBezTo>
                  <a:cubicBezTo>
                    <a:pt x="304" y="516"/>
                    <a:pt x="479" y="341"/>
                    <a:pt x="694" y="341"/>
                  </a:cubicBezTo>
                  <a:cubicBezTo>
                    <a:pt x="909" y="341"/>
                    <a:pt x="1081" y="516"/>
                    <a:pt x="1081" y="729"/>
                  </a:cubicBezTo>
                  <a:cubicBezTo>
                    <a:pt x="1081" y="944"/>
                    <a:pt x="909" y="1119"/>
                    <a:pt x="694" y="1119"/>
                  </a:cubicBezTo>
                  <a:lnTo>
                    <a:pt x="694" y="1119"/>
                  </a:lnTo>
                  <a:close/>
                  <a:moveTo>
                    <a:pt x="1159" y="1142"/>
                  </a:moveTo>
                  <a:cubicBezTo>
                    <a:pt x="1147" y="1164"/>
                    <a:pt x="1136" y="1176"/>
                    <a:pt x="1124" y="1187"/>
                  </a:cubicBezTo>
                  <a:cubicBezTo>
                    <a:pt x="1104" y="1208"/>
                    <a:pt x="1090" y="1225"/>
                    <a:pt x="1084" y="1262"/>
                  </a:cubicBezTo>
                  <a:cubicBezTo>
                    <a:pt x="1047" y="1256"/>
                    <a:pt x="1027" y="1265"/>
                    <a:pt x="1004" y="1276"/>
                  </a:cubicBezTo>
                  <a:cubicBezTo>
                    <a:pt x="989" y="1285"/>
                    <a:pt x="975" y="1291"/>
                    <a:pt x="946" y="1296"/>
                  </a:cubicBezTo>
                  <a:cubicBezTo>
                    <a:pt x="872" y="1308"/>
                    <a:pt x="835" y="1245"/>
                    <a:pt x="835" y="1245"/>
                  </a:cubicBezTo>
                  <a:cubicBezTo>
                    <a:pt x="829" y="1236"/>
                    <a:pt x="820" y="1230"/>
                    <a:pt x="812" y="1230"/>
                  </a:cubicBezTo>
                  <a:cubicBezTo>
                    <a:pt x="751" y="1228"/>
                    <a:pt x="731" y="1190"/>
                    <a:pt x="726" y="1167"/>
                  </a:cubicBezTo>
                  <a:cubicBezTo>
                    <a:pt x="898" y="1153"/>
                    <a:pt x="1041" y="1044"/>
                    <a:pt x="1101" y="889"/>
                  </a:cubicBezTo>
                  <a:cubicBezTo>
                    <a:pt x="1121" y="904"/>
                    <a:pt x="1156" y="932"/>
                    <a:pt x="1138" y="992"/>
                  </a:cubicBezTo>
                  <a:cubicBezTo>
                    <a:pt x="1136" y="1001"/>
                    <a:pt x="1138" y="1013"/>
                    <a:pt x="1144" y="1018"/>
                  </a:cubicBezTo>
                  <a:cubicBezTo>
                    <a:pt x="1147" y="1021"/>
                    <a:pt x="1193" y="1076"/>
                    <a:pt x="1159" y="1142"/>
                  </a:cubicBezTo>
                  <a:lnTo>
                    <a:pt x="1159" y="1142"/>
                  </a:lnTo>
                  <a:close/>
                  <a:moveTo>
                    <a:pt x="1313" y="605"/>
                  </a:moveTo>
                  <a:cubicBezTo>
                    <a:pt x="1316" y="622"/>
                    <a:pt x="1319" y="637"/>
                    <a:pt x="1313" y="665"/>
                  </a:cubicBezTo>
                  <a:cubicBezTo>
                    <a:pt x="1302" y="737"/>
                    <a:pt x="1233" y="754"/>
                    <a:pt x="1230" y="754"/>
                  </a:cubicBezTo>
                  <a:cubicBezTo>
                    <a:pt x="1219" y="757"/>
                    <a:pt x="1213" y="763"/>
                    <a:pt x="1210" y="772"/>
                  </a:cubicBezTo>
                  <a:cubicBezTo>
                    <a:pt x="1187" y="832"/>
                    <a:pt x="1144" y="838"/>
                    <a:pt x="1118" y="835"/>
                  </a:cubicBezTo>
                  <a:cubicBezTo>
                    <a:pt x="1127" y="800"/>
                    <a:pt x="1133" y="766"/>
                    <a:pt x="1133" y="729"/>
                  </a:cubicBezTo>
                  <a:cubicBezTo>
                    <a:pt x="1133" y="594"/>
                    <a:pt x="1070" y="473"/>
                    <a:pt x="975" y="393"/>
                  </a:cubicBezTo>
                  <a:cubicBezTo>
                    <a:pt x="992" y="376"/>
                    <a:pt x="1032" y="353"/>
                    <a:pt x="1084" y="387"/>
                  </a:cubicBezTo>
                  <a:cubicBezTo>
                    <a:pt x="1093" y="393"/>
                    <a:pt x="1101" y="396"/>
                    <a:pt x="1110" y="390"/>
                  </a:cubicBezTo>
                  <a:cubicBezTo>
                    <a:pt x="1113" y="390"/>
                    <a:pt x="1179" y="361"/>
                    <a:pt x="1230" y="413"/>
                  </a:cubicBezTo>
                  <a:cubicBezTo>
                    <a:pt x="1253" y="433"/>
                    <a:pt x="1259" y="450"/>
                    <a:pt x="1267" y="465"/>
                  </a:cubicBezTo>
                  <a:cubicBezTo>
                    <a:pt x="1279" y="488"/>
                    <a:pt x="1290" y="505"/>
                    <a:pt x="1322" y="525"/>
                  </a:cubicBezTo>
                  <a:cubicBezTo>
                    <a:pt x="1305" y="556"/>
                    <a:pt x="1308" y="579"/>
                    <a:pt x="1313" y="605"/>
                  </a:cubicBezTo>
                  <a:lnTo>
                    <a:pt x="1313" y="605"/>
                  </a:lnTo>
                  <a:close/>
                  <a:moveTo>
                    <a:pt x="849" y="1033"/>
                  </a:moveTo>
                  <a:lnTo>
                    <a:pt x="542" y="1033"/>
                  </a:lnTo>
                  <a:cubicBezTo>
                    <a:pt x="536" y="1033"/>
                    <a:pt x="531" y="1038"/>
                    <a:pt x="531" y="1044"/>
                  </a:cubicBezTo>
                  <a:lnTo>
                    <a:pt x="531" y="1056"/>
                  </a:lnTo>
                  <a:cubicBezTo>
                    <a:pt x="531" y="1061"/>
                    <a:pt x="536" y="1067"/>
                    <a:pt x="542" y="1067"/>
                  </a:cubicBezTo>
                  <a:lnTo>
                    <a:pt x="849" y="1067"/>
                  </a:lnTo>
                  <a:cubicBezTo>
                    <a:pt x="855" y="1067"/>
                    <a:pt x="860" y="1061"/>
                    <a:pt x="860" y="1056"/>
                  </a:cubicBezTo>
                  <a:lnTo>
                    <a:pt x="860" y="1044"/>
                  </a:lnTo>
                  <a:cubicBezTo>
                    <a:pt x="860" y="1038"/>
                    <a:pt x="855" y="1033"/>
                    <a:pt x="849" y="1033"/>
                  </a:cubicBezTo>
                  <a:lnTo>
                    <a:pt x="849" y="1033"/>
                  </a:lnTo>
                  <a:close/>
                  <a:moveTo>
                    <a:pt x="571" y="944"/>
                  </a:moveTo>
                  <a:lnTo>
                    <a:pt x="820" y="944"/>
                  </a:lnTo>
                  <a:cubicBezTo>
                    <a:pt x="826" y="944"/>
                    <a:pt x="829" y="938"/>
                    <a:pt x="829" y="932"/>
                  </a:cubicBezTo>
                  <a:lnTo>
                    <a:pt x="829" y="921"/>
                  </a:lnTo>
                  <a:cubicBezTo>
                    <a:pt x="829" y="915"/>
                    <a:pt x="826" y="909"/>
                    <a:pt x="820" y="909"/>
                  </a:cubicBezTo>
                  <a:lnTo>
                    <a:pt x="571" y="909"/>
                  </a:lnTo>
                  <a:cubicBezTo>
                    <a:pt x="565" y="909"/>
                    <a:pt x="559" y="915"/>
                    <a:pt x="559" y="921"/>
                  </a:cubicBezTo>
                  <a:lnTo>
                    <a:pt x="559" y="932"/>
                  </a:lnTo>
                  <a:cubicBezTo>
                    <a:pt x="559" y="938"/>
                    <a:pt x="565" y="944"/>
                    <a:pt x="571" y="944"/>
                  </a:cubicBezTo>
                  <a:lnTo>
                    <a:pt x="571" y="944"/>
                  </a:lnTo>
                  <a:close/>
                  <a:moveTo>
                    <a:pt x="574" y="502"/>
                  </a:moveTo>
                  <a:lnTo>
                    <a:pt x="608" y="490"/>
                  </a:lnTo>
                  <a:lnTo>
                    <a:pt x="637" y="511"/>
                  </a:lnTo>
                  <a:lnTo>
                    <a:pt x="637" y="476"/>
                  </a:lnTo>
                  <a:lnTo>
                    <a:pt x="665" y="453"/>
                  </a:lnTo>
                  <a:lnTo>
                    <a:pt x="631" y="445"/>
                  </a:lnTo>
                  <a:lnTo>
                    <a:pt x="620" y="410"/>
                  </a:lnTo>
                  <a:lnTo>
                    <a:pt x="599" y="439"/>
                  </a:lnTo>
                  <a:lnTo>
                    <a:pt x="562" y="439"/>
                  </a:lnTo>
                  <a:lnTo>
                    <a:pt x="585" y="468"/>
                  </a:lnTo>
                  <a:lnTo>
                    <a:pt x="574" y="502"/>
                  </a:lnTo>
                  <a:lnTo>
                    <a:pt x="574" y="502"/>
                  </a:lnTo>
                  <a:close/>
                  <a:moveTo>
                    <a:pt x="488" y="545"/>
                  </a:moveTo>
                  <a:lnTo>
                    <a:pt x="476" y="511"/>
                  </a:lnTo>
                  <a:lnTo>
                    <a:pt x="456" y="539"/>
                  </a:lnTo>
                  <a:lnTo>
                    <a:pt x="422" y="539"/>
                  </a:lnTo>
                  <a:lnTo>
                    <a:pt x="442" y="568"/>
                  </a:lnTo>
                  <a:lnTo>
                    <a:pt x="433" y="599"/>
                  </a:lnTo>
                  <a:lnTo>
                    <a:pt x="465" y="588"/>
                  </a:lnTo>
                  <a:lnTo>
                    <a:pt x="493" y="611"/>
                  </a:lnTo>
                  <a:lnTo>
                    <a:pt x="493" y="574"/>
                  </a:lnTo>
                  <a:lnTo>
                    <a:pt x="522" y="554"/>
                  </a:lnTo>
                  <a:lnTo>
                    <a:pt x="488" y="545"/>
                  </a:lnTo>
                  <a:lnTo>
                    <a:pt x="488" y="545"/>
                  </a:lnTo>
                  <a:close/>
                  <a:moveTo>
                    <a:pt x="436" y="700"/>
                  </a:moveTo>
                  <a:lnTo>
                    <a:pt x="425" y="665"/>
                  </a:lnTo>
                  <a:lnTo>
                    <a:pt x="405" y="694"/>
                  </a:lnTo>
                  <a:lnTo>
                    <a:pt x="367" y="694"/>
                  </a:lnTo>
                  <a:lnTo>
                    <a:pt x="390" y="723"/>
                  </a:lnTo>
                  <a:lnTo>
                    <a:pt x="379" y="757"/>
                  </a:lnTo>
                  <a:lnTo>
                    <a:pt x="413" y="746"/>
                  </a:lnTo>
                  <a:lnTo>
                    <a:pt x="442" y="766"/>
                  </a:lnTo>
                  <a:lnTo>
                    <a:pt x="442" y="731"/>
                  </a:lnTo>
                  <a:lnTo>
                    <a:pt x="470" y="708"/>
                  </a:lnTo>
                  <a:lnTo>
                    <a:pt x="436" y="700"/>
                  </a:lnTo>
                  <a:lnTo>
                    <a:pt x="436" y="70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E79952FC-03CD-45B8-88DB-654408AB9D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89599" y="7360464"/>
              <a:ext cx="2497138" cy="796925"/>
            </a:xfrm>
            <a:custGeom>
              <a:avLst/>
              <a:gdLst>
                <a:gd name="T0" fmla="*/ 356 w 3555"/>
                <a:gd name="T1" fmla="*/ 20 h 1133"/>
                <a:gd name="T2" fmla="*/ 0 w 3555"/>
                <a:gd name="T3" fmla="*/ 20 h 1133"/>
                <a:gd name="T4" fmla="*/ 72 w 3555"/>
                <a:gd name="T5" fmla="*/ 146 h 1133"/>
                <a:gd name="T6" fmla="*/ 72 w 3555"/>
                <a:gd name="T7" fmla="*/ 1110 h 1133"/>
                <a:gd name="T8" fmla="*/ 356 w 3555"/>
                <a:gd name="T9" fmla="*/ 1110 h 1133"/>
                <a:gd name="T10" fmla="*/ 356 w 3555"/>
                <a:gd name="T11" fmla="*/ 20 h 1133"/>
                <a:gd name="T12" fmla="*/ 367 w 3555"/>
                <a:gd name="T13" fmla="*/ 470 h 1133"/>
                <a:gd name="T14" fmla="*/ 852 w 3555"/>
                <a:gd name="T15" fmla="*/ 1116 h 1133"/>
                <a:gd name="T16" fmla="*/ 1184 w 3555"/>
                <a:gd name="T17" fmla="*/ 1116 h 1133"/>
                <a:gd name="T18" fmla="*/ 674 w 3555"/>
                <a:gd name="T19" fmla="*/ 470 h 1133"/>
                <a:gd name="T20" fmla="*/ 1161 w 3555"/>
                <a:gd name="T21" fmla="*/ 17 h 1133"/>
                <a:gd name="T22" fmla="*/ 872 w 3555"/>
                <a:gd name="T23" fmla="*/ 17 h 1133"/>
                <a:gd name="T24" fmla="*/ 370 w 3555"/>
                <a:gd name="T25" fmla="*/ 464 h 1133"/>
                <a:gd name="T26" fmla="*/ 367 w 3555"/>
                <a:gd name="T27" fmla="*/ 470 h 1133"/>
                <a:gd name="T28" fmla="*/ 3555 w 3555"/>
                <a:gd name="T29" fmla="*/ 1110 h 1133"/>
                <a:gd name="T30" fmla="*/ 3555 w 3555"/>
                <a:gd name="T31" fmla="*/ 20 h 1133"/>
                <a:gd name="T32" fmla="*/ 3271 w 3555"/>
                <a:gd name="T33" fmla="*/ 20 h 1133"/>
                <a:gd name="T34" fmla="*/ 3271 w 3555"/>
                <a:gd name="T35" fmla="*/ 932 h 1133"/>
                <a:gd name="T36" fmla="*/ 2939 w 3555"/>
                <a:gd name="T37" fmla="*/ 932 h 1133"/>
                <a:gd name="T38" fmla="*/ 2844 w 3555"/>
                <a:gd name="T39" fmla="*/ 817 h 1133"/>
                <a:gd name="T40" fmla="*/ 2844 w 3555"/>
                <a:gd name="T41" fmla="*/ 20 h 1133"/>
                <a:gd name="T42" fmla="*/ 2492 w 3555"/>
                <a:gd name="T43" fmla="*/ 20 h 1133"/>
                <a:gd name="T44" fmla="*/ 2566 w 3555"/>
                <a:gd name="T45" fmla="*/ 140 h 1133"/>
                <a:gd name="T46" fmla="*/ 2566 w 3555"/>
                <a:gd name="T47" fmla="*/ 774 h 1133"/>
                <a:gd name="T48" fmla="*/ 2864 w 3555"/>
                <a:gd name="T49" fmla="*/ 1110 h 1133"/>
                <a:gd name="T50" fmla="*/ 3555 w 3555"/>
                <a:gd name="T51" fmla="*/ 1110 h 1133"/>
                <a:gd name="T52" fmla="*/ 3555 w 3555"/>
                <a:gd name="T53" fmla="*/ 1110 h 1133"/>
                <a:gd name="T54" fmla="*/ 2016 w 3555"/>
                <a:gd name="T55" fmla="*/ 1110 h 1133"/>
                <a:gd name="T56" fmla="*/ 2302 w 3555"/>
                <a:gd name="T57" fmla="*/ 1110 h 1133"/>
                <a:gd name="T58" fmla="*/ 2302 w 3555"/>
                <a:gd name="T59" fmla="*/ 353 h 1133"/>
                <a:gd name="T60" fmla="*/ 2001 w 3555"/>
                <a:gd name="T61" fmla="*/ 17 h 1133"/>
                <a:gd name="T62" fmla="*/ 1236 w 3555"/>
                <a:gd name="T63" fmla="*/ 17 h 1133"/>
                <a:gd name="T64" fmla="*/ 1305 w 3555"/>
                <a:gd name="T65" fmla="*/ 140 h 1133"/>
                <a:gd name="T66" fmla="*/ 1305 w 3555"/>
                <a:gd name="T67" fmla="*/ 1110 h 1133"/>
                <a:gd name="T68" fmla="*/ 1589 w 3555"/>
                <a:gd name="T69" fmla="*/ 1110 h 1133"/>
                <a:gd name="T70" fmla="*/ 1589 w 3555"/>
                <a:gd name="T71" fmla="*/ 198 h 1133"/>
                <a:gd name="T72" fmla="*/ 1921 w 3555"/>
                <a:gd name="T73" fmla="*/ 198 h 1133"/>
                <a:gd name="T74" fmla="*/ 2016 w 3555"/>
                <a:gd name="T75" fmla="*/ 310 h 1133"/>
                <a:gd name="T76" fmla="*/ 2016 w 3555"/>
                <a:gd name="T77" fmla="*/ 111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55" h="1133">
                  <a:moveTo>
                    <a:pt x="356" y="20"/>
                  </a:moveTo>
                  <a:lnTo>
                    <a:pt x="0" y="20"/>
                  </a:lnTo>
                  <a:cubicBezTo>
                    <a:pt x="0" y="20"/>
                    <a:pt x="72" y="34"/>
                    <a:pt x="72" y="146"/>
                  </a:cubicBezTo>
                  <a:lnTo>
                    <a:pt x="72" y="1110"/>
                  </a:lnTo>
                  <a:lnTo>
                    <a:pt x="356" y="1110"/>
                  </a:lnTo>
                  <a:lnTo>
                    <a:pt x="356" y="20"/>
                  </a:lnTo>
                  <a:close/>
                  <a:moveTo>
                    <a:pt x="367" y="470"/>
                  </a:moveTo>
                  <a:lnTo>
                    <a:pt x="852" y="1116"/>
                  </a:lnTo>
                  <a:lnTo>
                    <a:pt x="1184" y="1116"/>
                  </a:lnTo>
                  <a:lnTo>
                    <a:pt x="674" y="470"/>
                  </a:lnTo>
                  <a:lnTo>
                    <a:pt x="1161" y="17"/>
                  </a:lnTo>
                  <a:lnTo>
                    <a:pt x="872" y="17"/>
                  </a:lnTo>
                  <a:lnTo>
                    <a:pt x="370" y="464"/>
                  </a:lnTo>
                  <a:lnTo>
                    <a:pt x="367" y="470"/>
                  </a:lnTo>
                  <a:close/>
                  <a:moveTo>
                    <a:pt x="3555" y="1110"/>
                  </a:moveTo>
                  <a:lnTo>
                    <a:pt x="3555" y="20"/>
                  </a:lnTo>
                  <a:lnTo>
                    <a:pt x="3271" y="20"/>
                  </a:lnTo>
                  <a:lnTo>
                    <a:pt x="3271" y="932"/>
                  </a:lnTo>
                  <a:lnTo>
                    <a:pt x="2939" y="932"/>
                  </a:lnTo>
                  <a:cubicBezTo>
                    <a:pt x="2907" y="932"/>
                    <a:pt x="2844" y="909"/>
                    <a:pt x="2844" y="817"/>
                  </a:cubicBezTo>
                  <a:lnTo>
                    <a:pt x="2844" y="20"/>
                  </a:lnTo>
                  <a:lnTo>
                    <a:pt x="2492" y="20"/>
                  </a:lnTo>
                  <a:cubicBezTo>
                    <a:pt x="2492" y="20"/>
                    <a:pt x="2566" y="34"/>
                    <a:pt x="2566" y="140"/>
                  </a:cubicBezTo>
                  <a:lnTo>
                    <a:pt x="2566" y="774"/>
                  </a:lnTo>
                  <a:cubicBezTo>
                    <a:pt x="2566" y="1133"/>
                    <a:pt x="2864" y="1110"/>
                    <a:pt x="2864" y="1110"/>
                  </a:cubicBezTo>
                  <a:lnTo>
                    <a:pt x="3555" y="1110"/>
                  </a:lnTo>
                  <a:lnTo>
                    <a:pt x="3555" y="1110"/>
                  </a:lnTo>
                  <a:close/>
                  <a:moveTo>
                    <a:pt x="2016" y="1110"/>
                  </a:moveTo>
                  <a:lnTo>
                    <a:pt x="2302" y="1110"/>
                  </a:lnTo>
                  <a:lnTo>
                    <a:pt x="2302" y="353"/>
                  </a:lnTo>
                  <a:cubicBezTo>
                    <a:pt x="2302" y="0"/>
                    <a:pt x="2030" y="20"/>
                    <a:pt x="2001" y="17"/>
                  </a:cubicBezTo>
                  <a:lnTo>
                    <a:pt x="1236" y="17"/>
                  </a:lnTo>
                  <a:cubicBezTo>
                    <a:pt x="1236" y="17"/>
                    <a:pt x="1305" y="43"/>
                    <a:pt x="1305" y="140"/>
                  </a:cubicBezTo>
                  <a:lnTo>
                    <a:pt x="1305" y="1110"/>
                  </a:lnTo>
                  <a:lnTo>
                    <a:pt x="1589" y="1110"/>
                  </a:lnTo>
                  <a:lnTo>
                    <a:pt x="1589" y="198"/>
                  </a:lnTo>
                  <a:lnTo>
                    <a:pt x="1921" y="198"/>
                  </a:lnTo>
                  <a:cubicBezTo>
                    <a:pt x="1953" y="198"/>
                    <a:pt x="2016" y="221"/>
                    <a:pt x="2016" y="310"/>
                  </a:cubicBezTo>
                  <a:lnTo>
                    <a:pt x="2016" y="111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806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ê²½ë¶ëíêµì ëí ì´ë¯¸ì§ ê²ìê²°ê³¼">
            <a:extLst>
              <a:ext uri="{FF2B5EF4-FFF2-40B4-BE49-F238E27FC236}">
                <a16:creationId xmlns:a16="http://schemas.microsoft.com/office/drawing/2014/main" id="{8EADF0EC-0BE0-4A7A-B173-DDC467ABC86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8" b="532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E8B44DB-A3DC-419C-B511-618A5A5A79A5}"/>
              </a:ext>
            </a:extLst>
          </p:cNvPr>
          <p:cNvSpPr/>
          <p:nvPr userDrawn="1"/>
        </p:nvSpPr>
        <p:spPr>
          <a:xfrm>
            <a:off x="0" y="0"/>
            <a:ext cx="12192000" cy="529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9E3475-1599-41CB-9410-941F45E9BCF8}"/>
              </a:ext>
            </a:extLst>
          </p:cNvPr>
          <p:cNvCxnSpPr/>
          <p:nvPr userDrawn="1"/>
        </p:nvCxnSpPr>
        <p:spPr>
          <a:xfrm>
            <a:off x="0" y="568960"/>
            <a:ext cx="12192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FEFC95-C83A-49D5-8170-69834BEEC4B3}"/>
              </a:ext>
            </a:extLst>
          </p:cNvPr>
          <p:cNvGrpSpPr/>
          <p:nvPr userDrawn="1"/>
        </p:nvGrpSpPr>
        <p:grpSpPr>
          <a:xfrm>
            <a:off x="107968" y="68910"/>
            <a:ext cx="3015150" cy="346932"/>
            <a:chOff x="-3015150" y="7265214"/>
            <a:chExt cx="8347076" cy="96043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65711E6-8814-4645-B611-1A37A653C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251" y="7846239"/>
              <a:ext cx="193675" cy="311150"/>
            </a:xfrm>
            <a:custGeom>
              <a:avLst/>
              <a:gdLst>
                <a:gd name="T0" fmla="*/ 68 w 122"/>
                <a:gd name="T1" fmla="*/ 114 h 196"/>
                <a:gd name="T2" fmla="*/ 68 w 122"/>
                <a:gd name="T3" fmla="*/ 196 h 196"/>
                <a:gd name="T4" fmla="*/ 55 w 122"/>
                <a:gd name="T5" fmla="*/ 196 h 196"/>
                <a:gd name="T6" fmla="*/ 55 w 122"/>
                <a:gd name="T7" fmla="*/ 114 h 196"/>
                <a:gd name="T8" fmla="*/ 0 w 122"/>
                <a:gd name="T9" fmla="*/ 0 h 196"/>
                <a:gd name="T10" fmla="*/ 15 w 122"/>
                <a:gd name="T11" fmla="*/ 0 h 196"/>
                <a:gd name="T12" fmla="*/ 62 w 122"/>
                <a:gd name="T13" fmla="*/ 99 h 196"/>
                <a:gd name="T14" fmla="*/ 107 w 122"/>
                <a:gd name="T15" fmla="*/ 0 h 196"/>
                <a:gd name="T16" fmla="*/ 122 w 122"/>
                <a:gd name="T17" fmla="*/ 0 h 196"/>
                <a:gd name="T18" fmla="*/ 68 w 122"/>
                <a:gd name="T19" fmla="*/ 114 h 196"/>
                <a:gd name="T20" fmla="*/ 68 w 122"/>
                <a:gd name="T21" fmla="*/ 11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2" h="196">
                  <a:moveTo>
                    <a:pt x="68" y="114"/>
                  </a:moveTo>
                  <a:lnTo>
                    <a:pt x="68" y="196"/>
                  </a:lnTo>
                  <a:lnTo>
                    <a:pt x="55" y="196"/>
                  </a:lnTo>
                  <a:lnTo>
                    <a:pt x="55" y="114"/>
                  </a:lnTo>
                  <a:lnTo>
                    <a:pt x="0" y="0"/>
                  </a:lnTo>
                  <a:lnTo>
                    <a:pt x="15" y="0"/>
                  </a:lnTo>
                  <a:lnTo>
                    <a:pt x="62" y="99"/>
                  </a:lnTo>
                  <a:lnTo>
                    <a:pt x="107" y="0"/>
                  </a:lnTo>
                  <a:lnTo>
                    <a:pt x="122" y="0"/>
                  </a:lnTo>
                  <a:lnTo>
                    <a:pt x="68" y="114"/>
                  </a:lnTo>
                  <a:lnTo>
                    <a:pt x="68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5710E2-BF7B-46CD-A0D4-655942A8B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27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5719693-9651-47F4-8971-74DE1DBAC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176" y="7846239"/>
              <a:ext cx="195263" cy="311150"/>
            </a:xfrm>
            <a:custGeom>
              <a:avLst/>
              <a:gdLst>
                <a:gd name="T0" fmla="*/ 68 w 123"/>
                <a:gd name="T1" fmla="*/ 13 h 196"/>
                <a:gd name="T2" fmla="*/ 68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8 w 123"/>
                <a:gd name="T17" fmla="*/ 13 h 196"/>
                <a:gd name="T18" fmla="*/ 68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8" y="13"/>
                  </a:moveTo>
                  <a:lnTo>
                    <a:pt x="68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8" y="13"/>
                  </a:lnTo>
                  <a:lnTo>
                    <a:pt x="68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B51D022-B23E-4EF2-98B4-A216B5BA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701" y="7374752"/>
              <a:ext cx="247650" cy="328613"/>
            </a:xfrm>
            <a:custGeom>
              <a:avLst/>
              <a:gdLst>
                <a:gd name="T0" fmla="*/ 113 w 156"/>
                <a:gd name="T1" fmla="*/ 207 h 207"/>
                <a:gd name="T2" fmla="*/ 63 w 156"/>
                <a:gd name="T3" fmla="*/ 113 h 207"/>
                <a:gd name="T4" fmla="*/ 38 w 156"/>
                <a:gd name="T5" fmla="*/ 145 h 207"/>
                <a:gd name="T6" fmla="*/ 38 w 156"/>
                <a:gd name="T7" fmla="*/ 207 h 207"/>
                <a:gd name="T8" fmla="*/ 0 w 156"/>
                <a:gd name="T9" fmla="*/ 207 h 207"/>
                <a:gd name="T10" fmla="*/ 0 w 156"/>
                <a:gd name="T11" fmla="*/ 0 h 207"/>
                <a:gd name="T12" fmla="*/ 38 w 156"/>
                <a:gd name="T13" fmla="*/ 0 h 207"/>
                <a:gd name="T14" fmla="*/ 38 w 156"/>
                <a:gd name="T15" fmla="*/ 90 h 207"/>
                <a:gd name="T16" fmla="*/ 106 w 156"/>
                <a:gd name="T17" fmla="*/ 0 h 207"/>
                <a:gd name="T18" fmla="*/ 152 w 156"/>
                <a:gd name="T19" fmla="*/ 0 h 207"/>
                <a:gd name="T20" fmla="*/ 88 w 156"/>
                <a:gd name="T21" fmla="*/ 82 h 207"/>
                <a:gd name="T22" fmla="*/ 156 w 156"/>
                <a:gd name="T23" fmla="*/ 207 h 207"/>
                <a:gd name="T24" fmla="*/ 113 w 156"/>
                <a:gd name="T25" fmla="*/ 207 h 207"/>
                <a:gd name="T26" fmla="*/ 113 w 156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6" h="207">
                  <a:moveTo>
                    <a:pt x="113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6" y="207"/>
                  </a:lnTo>
                  <a:lnTo>
                    <a:pt x="113" y="207"/>
                  </a:lnTo>
                  <a:lnTo>
                    <a:pt x="113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D93EB03-600F-4D82-AF52-1D6BEDA6E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051" y="7374752"/>
              <a:ext cx="244475" cy="328613"/>
            </a:xfrm>
            <a:custGeom>
              <a:avLst/>
              <a:gdLst>
                <a:gd name="T0" fmla="*/ 96 w 154"/>
                <a:gd name="T1" fmla="*/ 122 h 207"/>
                <a:gd name="T2" fmla="*/ 96 w 154"/>
                <a:gd name="T3" fmla="*/ 207 h 207"/>
                <a:gd name="T4" fmla="*/ 58 w 154"/>
                <a:gd name="T5" fmla="*/ 207 h 207"/>
                <a:gd name="T6" fmla="*/ 58 w 154"/>
                <a:gd name="T7" fmla="*/ 122 h 207"/>
                <a:gd name="T8" fmla="*/ 0 w 154"/>
                <a:gd name="T9" fmla="*/ 0 h 207"/>
                <a:gd name="T10" fmla="*/ 42 w 154"/>
                <a:gd name="T11" fmla="*/ 0 h 207"/>
                <a:gd name="T12" fmla="*/ 77 w 154"/>
                <a:gd name="T13" fmla="*/ 83 h 207"/>
                <a:gd name="T14" fmla="*/ 113 w 154"/>
                <a:gd name="T15" fmla="*/ 0 h 207"/>
                <a:gd name="T16" fmla="*/ 154 w 154"/>
                <a:gd name="T17" fmla="*/ 0 h 207"/>
                <a:gd name="T18" fmla="*/ 96 w 154"/>
                <a:gd name="T19" fmla="*/ 122 h 207"/>
                <a:gd name="T20" fmla="*/ 96 w 154"/>
                <a:gd name="T21" fmla="*/ 12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4" h="207">
                  <a:moveTo>
                    <a:pt x="96" y="122"/>
                  </a:moveTo>
                  <a:lnTo>
                    <a:pt x="96" y="207"/>
                  </a:lnTo>
                  <a:lnTo>
                    <a:pt x="58" y="207"/>
                  </a:lnTo>
                  <a:lnTo>
                    <a:pt x="58" y="122"/>
                  </a:lnTo>
                  <a:lnTo>
                    <a:pt x="0" y="0"/>
                  </a:lnTo>
                  <a:lnTo>
                    <a:pt x="42" y="0"/>
                  </a:lnTo>
                  <a:lnTo>
                    <a:pt x="77" y="83"/>
                  </a:lnTo>
                  <a:lnTo>
                    <a:pt x="113" y="0"/>
                  </a:lnTo>
                  <a:lnTo>
                    <a:pt x="154" y="0"/>
                  </a:lnTo>
                  <a:lnTo>
                    <a:pt x="96" y="122"/>
                  </a:lnTo>
                  <a:lnTo>
                    <a:pt x="96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56F6F6D-38A2-429A-AC4D-EDFF4A8F2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801" y="7374752"/>
              <a:ext cx="225425" cy="330200"/>
            </a:xfrm>
            <a:custGeom>
              <a:avLst/>
              <a:gdLst>
                <a:gd name="T0" fmla="*/ 161 w 321"/>
                <a:gd name="T1" fmla="*/ 470 h 470"/>
                <a:gd name="T2" fmla="*/ 0 w 321"/>
                <a:gd name="T3" fmla="*/ 307 h 470"/>
                <a:gd name="T4" fmla="*/ 0 w 321"/>
                <a:gd name="T5" fmla="*/ 0 h 470"/>
                <a:gd name="T6" fmla="*/ 84 w 321"/>
                <a:gd name="T7" fmla="*/ 0 h 470"/>
                <a:gd name="T8" fmla="*/ 84 w 321"/>
                <a:gd name="T9" fmla="*/ 304 h 470"/>
                <a:gd name="T10" fmla="*/ 161 w 321"/>
                <a:gd name="T11" fmla="*/ 390 h 470"/>
                <a:gd name="T12" fmla="*/ 235 w 321"/>
                <a:gd name="T13" fmla="*/ 304 h 470"/>
                <a:gd name="T14" fmla="*/ 235 w 321"/>
                <a:gd name="T15" fmla="*/ 0 h 470"/>
                <a:gd name="T16" fmla="*/ 321 w 321"/>
                <a:gd name="T17" fmla="*/ 0 h 470"/>
                <a:gd name="T18" fmla="*/ 321 w 321"/>
                <a:gd name="T19" fmla="*/ 307 h 470"/>
                <a:gd name="T20" fmla="*/ 161 w 321"/>
                <a:gd name="T21" fmla="*/ 470 h 470"/>
                <a:gd name="T22" fmla="*/ 161 w 321"/>
                <a:gd name="T23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1" h="470">
                  <a:moveTo>
                    <a:pt x="161" y="470"/>
                  </a:moveTo>
                  <a:cubicBezTo>
                    <a:pt x="72" y="470"/>
                    <a:pt x="0" y="407"/>
                    <a:pt x="0" y="307"/>
                  </a:cubicBezTo>
                  <a:lnTo>
                    <a:pt x="0" y="0"/>
                  </a:lnTo>
                  <a:lnTo>
                    <a:pt x="84" y="0"/>
                  </a:lnTo>
                  <a:lnTo>
                    <a:pt x="84" y="304"/>
                  </a:lnTo>
                  <a:cubicBezTo>
                    <a:pt x="84" y="358"/>
                    <a:pt x="115" y="390"/>
                    <a:pt x="161" y="390"/>
                  </a:cubicBezTo>
                  <a:cubicBezTo>
                    <a:pt x="207" y="390"/>
                    <a:pt x="235" y="358"/>
                    <a:pt x="235" y="304"/>
                  </a:cubicBezTo>
                  <a:lnTo>
                    <a:pt x="235" y="0"/>
                  </a:lnTo>
                  <a:lnTo>
                    <a:pt x="321" y="0"/>
                  </a:lnTo>
                  <a:lnTo>
                    <a:pt x="321" y="307"/>
                  </a:lnTo>
                  <a:cubicBezTo>
                    <a:pt x="321" y="407"/>
                    <a:pt x="250" y="470"/>
                    <a:pt x="161" y="470"/>
                  </a:cubicBezTo>
                  <a:lnTo>
                    <a:pt x="161" y="47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8B7AD7-C1E9-4947-BE84-DC87D12B1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426" y="7374752"/>
              <a:ext cx="234950" cy="328613"/>
            </a:xfrm>
            <a:custGeom>
              <a:avLst/>
              <a:gdLst>
                <a:gd name="T0" fmla="*/ 114 w 148"/>
                <a:gd name="T1" fmla="*/ 207 h 207"/>
                <a:gd name="T2" fmla="*/ 38 w 148"/>
                <a:gd name="T3" fmla="*/ 80 h 207"/>
                <a:gd name="T4" fmla="*/ 38 w 148"/>
                <a:gd name="T5" fmla="*/ 207 h 207"/>
                <a:gd name="T6" fmla="*/ 0 w 148"/>
                <a:gd name="T7" fmla="*/ 207 h 207"/>
                <a:gd name="T8" fmla="*/ 0 w 148"/>
                <a:gd name="T9" fmla="*/ 0 h 207"/>
                <a:gd name="T10" fmla="*/ 34 w 148"/>
                <a:gd name="T11" fmla="*/ 0 h 207"/>
                <a:gd name="T12" fmla="*/ 110 w 148"/>
                <a:gd name="T13" fmla="*/ 127 h 207"/>
                <a:gd name="T14" fmla="*/ 110 w 148"/>
                <a:gd name="T15" fmla="*/ 0 h 207"/>
                <a:gd name="T16" fmla="*/ 148 w 148"/>
                <a:gd name="T17" fmla="*/ 0 h 207"/>
                <a:gd name="T18" fmla="*/ 148 w 148"/>
                <a:gd name="T19" fmla="*/ 207 h 207"/>
                <a:gd name="T20" fmla="*/ 114 w 148"/>
                <a:gd name="T21" fmla="*/ 207 h 207"/>
                <a:gd name="T22" fmla="*/ 114 w 148"/>
                <a:gd name="T23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8" h="207">
                  <a:moveTo>
                    <a:pt x="114" y="207"/>
                  </a:moveTo>
                  <a:lnTo>
                    <a:pt x="38" y="80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4" y="0"/>
                  </a:lnTo>
                  <a:lnTo>
                    <a:pt x="110" y="127"/>
                  </a:lnTo>
                  <a:lnTo>
                    <a:pt x="110" y="0"/>
                  </a:lnTo>
                  <a:lnTo>
                    <a:pt x="148" y="0"/>
                  </a:lnTo>
                  <a:lnTo>
                    <a:pt x="148" y="207"/>
                  </a:lnTo>
                  <a:lnTo>
                    <a:pt x="114" y="207"/>
                  </a:lnTo>
                  <a:lnTo>
                    <a:pt x="114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DD063AB-8F22-46E5-ACE6-480DCF4C6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639" y="7369989"/>
              <a:ext cx="230188" cy="334963"/>
            </a:xfrm>
            <a:custGeom>
              <a:avLst/>
              <a:gdLst>
                <a:gd name="T0" fmla="*/ 284 w 327"/>
                <a:gd name="T1" fmla="*/ 425 h 476"/>
                <a:gd name="T2" fmla="*/ 161 w 327"/>
                <a:gd name="T3" fmla="*/ 476 h 476"/>
                <a:gd name="T4" fmla="*/ 43 w 327"/>
                <a:gd name="T5" fmla="*/ 425 h 476"/>
                <a:gd name="T6" fmla="*/ 0 w 327"/>
                <a:gd name="T7" fmla="*/ 238 h 476"/>
                <a:gd name="T8" fmla="*/ 43 w 327"/>
                <a:gd name="T9" fmla="*/ 52 h 476"/>
                <a:gd name="T10" fmla="*/ 161 w 327"/>
                <a:gd name="T11" fmla="*/ 0 h 476"/>
                <a:gd name="T12" fmla="*/ 327 w 327"/>
                <a:gd name="T13" fmla="*/ 152 h 476"/>
                <a:gd name="T14" fmla="*/ 241 w 327"/>
                <a:gd name="T15" fmla="*/ 152 h 476"/>
                <a:gd name="T16" fmla="*/ 161 w 327"/>
                <a:gd name="T17" fmla="*/ 83 h 476"/>
                <a:gd name="T18" fmla="*/ 106 w 327"/>
                <a:gd name="T19" fmla="*/ 106 h 476"/>
                <a:gd name="T20" fmla="*/ 86 w 327"/>
                <a:gd name="T21" fmla="*/ 238 h 476"/>
                <a:gd name="T22" fmla="*/ 106 w 327"/>
                <a:gd name="T23" fmla="*/ 370 h 476"/>
                <a:gd name="T24" fmla="*/ 161 w 327"/>
                <a:gd name="T25" fmla="*/ 396 h 476"/>
                <a:gd name="T26" fmla="*/ 224 w 327"/>
                <a:gd name="T27" fmla="*/ 370 h 476"/>
                <a:gd name="T28" fmla="*/ 241 w 327"/>
                <a:gd name="T29" fmla="*/ 307 h 476"/>
                <a:gd name="T30" fmla="*/ 241 w 327"/>
                <a:gd name="T31" fmla="*/ 290 h 476"/>
                <a:gd name="T32" fmla="*/ 161 w 327"/>
                <a:gd name="T33" fmla="*/ 290 h 476"/>
                <a:gd name="T34" fmla="*/ 161 w 327"/>
                <a:gd name="T35" fmla="*/ 212 h 476"/>
                <a:gd name="T36" fmla="*/ 327 w 327"/>
                <a:gd name="T37" fmla="*/ 212 h 476"/>
                <a:gd name="T38" fmla="*/ 327 w 327"/>
                <a:gd name="T39" fmla="*/ 281 h 476"/>
                <a:gd name="T40" fmla="*/ 284 w 327"/>
                <a:gd name="T41" fmla="*/ 425 h 476"/>
                <a:gd name="T42" fmla="*/ 284 w 327"/>
                <a:gd name="T43" fmla="*/ 425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7" h="476">
                  <a:moveTo>
                    <a:pt x="284" y="425"/>
                  </a:moveTo>
                  <a:cubicBezTo>
                    <a:pt x="250" y="462"/>
                    <a:pt x="210" y="476"/>
                    <a:pt x="161" y="476"/>
                  </a:cubicBezTo>
                  <a:cubicBezTo>
                    <a:pt x="115" y="476"/>
                    <a:pt x="75" y="459"/>
                    <a:pt x="43" y="425"/>
                  </a:cubicBezTo>
                  <a:cubicBezTo>
                    <a:pt x="0" y="379"/>
                    <a:pt x="0" y="321"/>
                    <a:pt x="0" y="238"/>
                  </a:cubicBezTo>
                  <a:cubicBezTo>
                    <a:pt x="0" y="158"/>
                    <a:pt x="0" y="100"/>
                    <a:pt x="43" y="52"/>
                  </a:cubicBezTo>
                  <a:cubicBezTo>
                    <a:pt x="75" y="20"/>
                    <a:pt x="112" y="0"/>
                    <a:pt x="161" y="0"/>
                  </a:cubicBezTo>
                  <a:cubicBezTo>
                    <a:pt x="264" y="0"/>
                    <a:pt x="316" y="72"/>
                    <a:pt x="327" y="152"/>
                  </a:cubicBezTo>
                  <a:lnTo>
                    <a:pt x="241" y="152"/>
                  </a:lnTo>
                  <a:cubicBezTo>
                    <a:pt x="230" y="106"/>
                    <a:pt x="207" y="83"/>
                    <a:pt x="161" y="83"/>
                  </a:cubicBezTo>
                  <a:cubicBezTo>
                    <a:pt x="138" y="83"/>
                    <a:pt x="121" y="92"/>
                    <a:pt x="106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3"/>
                    <a:pt x="106" y="370"/>
                  </a:cubicBezTo>
                  <a:cubicBezTo>
                    <a:pt x="121" y="387"/>
                    <a:pt x="138" y="396"/>
                    <a:pt x="161" y="396"/>
                  </a:cubicBezTo>
                  <a:cubicBezTo>
                    <a:pt x="187" y="396"/>
                    <a:pt x="210" y="384"/>
                    <a:pt x="224" y="370"/>
                  </a:cubicBezTo>
                  <a:cubicBezTo>
                    <a:pt x="235" y="353"/>
                    <a:pt x="241" y="330"/>
                    <a:pt x="241" y="307"/>
                  </a:cubicBezTo>
                  <a:lnTo>
                    <a:pt x="241" y="290"/>
                  </a:lnTo>
                  <a:lnTo>
                    <a:pt x="161" y="290"/>
                  </a:lnTo>
                  <a:lnTo>
                    <a:pt x="161" y="212"/>
                  </a:lnTo>
                  <a:lnTo>
                    <a:pt x="327" y="212"/>
                  </a:lnTo>
                  <a:lnTo>
                    <a:pt x="327" y="281"/>
                  </a:lnTo>
                  <a:cubicBezTo>
                    <a:pt x="327" y="350"/>
                    <a:pt x="316" y="390"/>
                    <a:pt x="284" y="425"/>
                  </a:cubicBezTo>
                  <a:lnTo>
                    <a:pt x="284" y="42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6475B74-1BCA-4ABE-9D7F-9EECC0D960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1089" y="7374752"/>
              <a:ext cx="220663" cy="328613"/>
            </a:xfrm>
            <a:custGeom>
              <a:avLst/>
              <a:gdLst>
                <a:gd name="T0" fmla="*/ 169 w 315"/>
                <a:gd name="T1" fmla="*/ 290 h 467"/>
                <a:gd name="T2" fmla="*/ 86 w 315"/>
                <a:gd name="T3" fmla="*/ 290 h 467"/>
                <a:gd name="T4" fmla="*/ 86 w 315"/>
                <a:gd name="T5" fmla="*/ 467 h 467"/>
                <a:gd name="T6" fmla="*/ 0 w 315"/>
                <a:gd name="T7" fmla="*/ 467 h 467"/>
                <a:gd name="T8" fmla="*/ 0 w 315"/>
                <a:gd name="T9" fmla="*/ 0 h 467"/>
                <a:gd name="T10" fmla="*/ 169 w 315"/>
                <a:gd name="T11" fmla="*/ 0 h 467"/>
                <a:gd name="T12" fmla="*/ 315 w 315"/>
                <a:gd name="T13" fmla="*/ 146 h 467"/>
                <a:gd name="T14" fmla="*/ 169 w 315"/>
                <a:gd name="T15" fmla="*/ 290 h 467"/>
                <a:gd name="T16" fmla="*/ 169 w 315"/>
                <a:gd name="T17" fmla="*/ 290 h 467"/>
                <a:gd name="T18" fmla="*/ 166 w 315"/>
                <a:gd name="T19" fmla="*/ 80 h 467"/>
                <a:gd name="T20" fmla="*/ 86 w 315"/>
                <a:gd name="T21" fmla="*/ 80 h 467"/>
                <a:gd name="T22" fmla="*/ 86 w 315"/>
                <a:gd name="T23" fmla="*/ 209 h 467"/>
                <a:gd name="T24" fmla="*/ 166 w 315"/>
                <a:gd name="T25" fmla="*/ 209 h 467"/>
                <a:gd name="T26" fmla="*/ 229 w 315"/>
                <a:gd name="T27" fmla="*/ 146 h 467"/>
                <a:gd name="T28" fmla="*/ 166 w 315"/>
                <a:gd name="T29" fmla="*/ 80 h 467"/>
                <a:gd name="T30" fmla="*/ 166 w 315"/>
                <a:gd name="T31" fmla="*/ 8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5" h="467">
                  <a:moveTo>
                    <a:pt x="169" y="290"/>
                  </a:moveTo>
                  <a:lnTo>
                    <a:pt x="86" y="290"/>
                  </a:lnTo>
                  <a:lnTo>
                    <a:pt x="86" y="467"/>
                  </a:lnTo>
                  <a:lnTo>
                    <a:pt x="0" y="467"/>
                  </a:lnTo>
                  <a:lnTo>
                    <a:pt x="0" y="0"/>
                  </a:lnTo>
                  <a:lnTo>
                    <a:pt x="169" y="0"/>
                  </a:lnTo>
                  <a:cubicBezTo>
                    <a:pt x="261" y="0"/>
                    <a:pt x="315" y="66"/>
                    <a:pt x="315" y="146"/>
                  </a:cubicBezTo>
                  <a:cubicBezTo>
                    <a:pt x="315" y="224"/>
                    <a:pt x="261" y="290"/>
                    <a:pt x="169" y="290"/>
                  </a:cubicBezTo>
                  <a:lnTo>
                    <a:pt x="169" y="290"/>
                  </a:lnTo>
                  <a:close/>
                  <a:moveTo>
                    <a:pt x="166" y="80"/>
                  </a:moveTo>
                  <a:lnTo>
                    <a:pt x="86" y="80"/>
                  </a:lnTo>
                  <a:lnTo>
                    <a:pt x="86" y="209"/>
                  </a:lnTo>
                  <a:lnTo>
                    <a:pt x="166" y="209"/>
                  </a:lnTo>
                  <a:cubicBezTo>
                    <a:pt x="203" y="209"/>
                    <a:pt x="229" y="183"/>
                    <a:pt x="229" y="146"/>
                  </a:cubicBezTo>
                  <a:cubicBezTo>
                    <a:pt x="229" y="106"/>
                    <a:pt x="203" y="80"/>
                    <a:pt x="166" y="80"/>
                  </a:cubicBezTo>
                  <a:lnTo>
                    <a:pt x="166" y="8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E29E352-E194-4677-8292-C703EE3EC7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37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6" y="92"/>
                    <a:pt x="186" y="83"/>
                    <a:pt x="163" y="83"/>
                  </a:cubicBezTo>
                  <a:cubicBezTo>
                    <a:pt x="140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0" y="396"/>
                    <a:pt x="163" y="396"/>
                  </a:cubicBezTo>
                  <a:cubicBezTo>
                    <a:pt x="186" y="396"/>
                    <a:pt x="206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086840D-0C2D-4A16-8C60-A8433B29F9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512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7" y="92"/>
                    <a:pt x="186" y="83"/>
                    <a:pt x="163" y="83"/>
                  </a:cubicBezTo>
                  <a:cubicBezTo>
                    <a:pt x="141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1" y="396"/>
                    <a:pt x="163" y="396"/>
                  </a:cubicBezTo>
                  <a:cubicBezTo>
                    <a:pt x="186" y="396"/>
                    <a:pt x="207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3E9480B-2327-4831-B518-D0FA9CC94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989" y="7374752"/>
              <a:ext cx="249238" cy="328613"/>
            </a:xfrm>
            <a:custGeom>
              <a:avLst/>
              <a:gdLst>
                <a:gd name="T0" fmla="*/ 112 w 157"/>
                <a:gd name="T1" fmla="*/ 207 h 207"/>
                <a:gd name="T2" fmla="*/ 63 w 157"/>
                <a:gd name="T3" fmla="*/ 113 h 207"/>
                <a:gd name="T4" fmla="*/ 38 w 157"/>
                <a:gd name="T5" fmla="*/ 145 h 207"/>
                <a:gd name="T6" fmla="*/ 38 w 157"/>
                <a:gd name="T7" fmla="*/ 207 h 207"/>
                <a:gd name="T8" fmla="*/ 0 w 157"/>
                <a:gd name="T9" fmla="*/ 207 h 207"/>
                <a:gd name="T10" fmla="*/ 0 w 157"/>
                <a:gd name="T11" fmla="*/ 0 h 207"/>
                <a:gd name="T12" fmla="*/ 38 w 157"/>
                <a:gd name="T13" fmla="*/ 0 h 207"/>
                <a:gd name="T14" fmla="*/ 38 w 157"/>
                <a:gd name="T15" fmla="*/ 90 h 207"/>
                <a:gd name="T16" fmla="*/ 106 w 157"/>
                <a:gd name="T17" fmla="*/ 0 h 207"/>
                <a:gd name="T18" fmla="*/ 152 w 157"/>
                <a:gd name="T19" fmla="*/ 0 h 207"/>
                <a:gd name="T20" fmla="*/ 88 w 157"/>
                <a:gd name="T21" fmla="*/ 82 h 207"/>
                <a:gd name="T22" fmla="*/ 157 w 157"/>
                <a:gd name="T23" fmla="*/ 207 h 207"/>
                <a:gd name="T24" fmla="*/ 112 w 157"/>
                <a:gd name="T25" fmla="*/ 207 h 207"/>
                <a:gd name="T26" fmla="*/ 112 w 157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7" h="207">
                  <a:moveTo>
                    <a:pt x="112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7" y="207"/>
                  </a:lnTo>
                  <a:lnTo>
                    <a:pt x="112" y="207"/>
                  </a:lnTo>
                  <a:lnTo>
                    <a:pt x="112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EF561CB-C95E-41BC-B875-D3416B4E6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813" y="7846239"/>
              <a:ext cx="211138" cy="311150"/>
            </a:xfrm>
            <a:custGeom>
              <a:avLst/>
              <a:gdLst>
                <a:gd name="T0" fmla="*/ 119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19 w 133"/>
                <a:gd name="T13" fmla="*/ 170 h 196"/>
                <a:gd name="T14" fmla="*/ 119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19 w 133"/>
                <a:gd name="T21" fmla="*/ 196 h 196"/>
                <a:gd name="T22" fmla="*/ 119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19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19" y="17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19" y="196"/>
                  </a:lnTo>
                  <a:lnTo>
                    <a:pt x="119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7C9BC23-8BB9-4257-B3E1-89E98F2F9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2689" y="7846239"/>
              <a:ext cx="233363" cy="311150"/>
            </a:xfrm>
            <a:custGeom>
              <a:avLst/>
              <a:gdLst>
                <a:gd name="T0" fmla="*/ 301 w 333"/>
                <a:gd name="T1" fmla="*/ 442 h 442"/>
                <a:gd name="T2" fmla="*/ 264 w 333"/>
                <a:gd name="T3" fmla="*/ 336 h 442"/>
                <a:gd name="T4" fmla="*/ 72 w 333"/>
                <a:gd name="T5" fmla="*/ 336 h 442"/>
                <a:gd name="T6" fmla="*/ 34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301 w 333"/>
                <a:gd name="T17" fmla="*/ 442 h 442"/>
                <a:gd name="T18" fmla="*/ 301 w 333"/>
                <a:gd name="T19" fmla="*/ 442 h 442"/>
                <a:gd name="T20" fmla="*/ 166 w 333"/>
                <a:gd name="T21" fmla="*/ 43 h 442"/>
                <a:gd name="T22" fmla="*/ 80 w 333"/>
                <a:gd name="T23" fmla="*/ 304 h 442"/>
                <a:gd name="T24" fmla="*/ 255 w 333"/>
                <a:gd name="T25" fmla="*/ 304 h 442"/>
                <a:gd name="T26" fmla="*/ 166 w 333"/>
                <a:gd name="T27" fmla="*/ 43 h 442"/>
                <a:gd name="T28" fmla="*/ 166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301" y="442"/>
                  </a:moveTo>
                  <a:lnTo>
                    <a:pt x="264" y="336"/>
                  </a:lnTo>
                  <a:lnTo>
                    <a:pt x="72" y="336"/>
                  </a:lnTo>
                  <a:lnTo>
                    <a:pt x="34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301" y="442"/>
                  </a:lnTo>
                  <a:lnTo>
                    <a:pt x="301" y="442"/>
                  </a:lnTo>
                  <a:close/>
                  <a:moveTo>
                    <a:pt x="166" y="43"/>
                  </a:moveTo>
                  <a:lnTo>
                    <a:pt x="80" y="304"/>
                  </a:lnTo>
                  <a:lnTo>
                    <a:pt x="255" y="304"/>
                  </a:lnTo>
                  <a:lnTo>
                    <a:pt x="166" y="43"/>
                  </a:lnTo>
                  <a:lnTo>
                    <a:pt x="166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B953183-812A-458C-8E74-D902CF6DA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626" y="7846239"/>
              <a:ext cx="195263" cy="311150"/>
            </a:xfrm>
            <a:custGeom>
              <a:avLst/>
              <a:gdLst>
                <a:gd name="T0" fmla="*/ 67 w 123"/>
                <a:gd name="T1" fmla="*/ 13 h 196"/>
                <a:gd name="T2" fmla="*/ 67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7 w 123"/>
                <a:gd name="T17" fmla="*/ 13 h 196"/>
                <a:gd name="T18" fmla="*/ 67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7" y="13"/>
                  </a:moveTo>
                  <a:lnTo>
                    <a:pt x="67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7" y="13"/>
                  </a:lnTo>
                  <a:lnTo>
                    <a:pt x="67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97F726-BEDC-409E-ABD3-31D1526B3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389" y="7844652"/>
              <a:ext cx="25400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98A36EB-38A6-4828-A32C-40C8704B41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2926" y="7841477"/>
              <a:ext cx="200025" cy="320675"/>
            </a:xfrm>
            <a:custGeom>
              <a:avLst/>
              <a:gdLst>
                <a:gd name="T0" fmla="*/ 247 w 284"/>
                <a:gd name="T1" fmla="*/ 408 h 454"/>
                <a:gd name="T2" fmla="*/ 144 w 284"/>
                <a:gd name="T3" fmla="*/ 454 h 454"/>
                <a:gd name="T4" fmla="*/ 38 w 284"/>
                <a:gd name="T5" fmla="*/ 408 h 454"/>
                <a:gd name="T6" fmla="*/ 0 w 284"/>
                <a:gd name="T7" fmla="*/ 227 h 454"/>
                <a:gd name="T8" fmla="*/ 38 w 284"/>
                <a:gd name="T9" fmla="*/ 46 h 454"/>
                <a:gd name="T10" fmla="*/ 144 w 284"/>
                <a:gd name="T11" fmla="*/ 0 h 454"/>
                <a:gd name="T12" fmla="*/ 247 w 284"/>
                <a:gd name="T13" fmla="*/ 46 h 454"/>
                <a:gd name="T14" fmla="*/ 284 w 284"/>
                <a:gd name="T15" fmla="*/ 227 h 454"/>
                <a:gd name="T16" fmla="*/ 247 w 284"/>
                <a:gd name="T17" fmla="*/ 408 h 454"/>
                <a:gd name="T18" fmla="*/ 247 w 284"/>
                <a:gd name="T19" fmla="*/ 408 h 454"/>
                <a:gd name="T20" fmla="*/ 221 w 284"/>
                <a:gd name="T21" fmla="*/ 66 h 454"/>
                <a:gd name="T22" fmla="*/ 144 w 284"/>
                <a:gd name="T23" fmla="*/ 32 h 454"/>
                <a:gd name="T24" fmla="*/ 63 w 284"/>
                <a:gd name="T25" fmla="*/ 66 h 454"/>
                <a:gd name="T26" fmla="*/ 32 w 284"/>
                <a:gd name="T27" fmla="*/ 227 h 454"/>
                <a:gd name="T28" fmla="*/ 63 w 284"/>
                <a:gd name="T29" fmla="*/ 388 h 454"/>
                <a:gd name="T30" fmla="*/ 144 w 284"/>
                <a:gd name="T31" fmla="*/ 422 h 454"/>
                <a:gd name="T32" fmla="*/ 221 w 284"/>
                <a:gd name="T33" fmla="*/ 388 h 454"/>
                <a:gd name="T34" fmla="*/ 253 w 284"/>
                <a:gd name="T35" fmla="*/ 227 h 454"/>
                <a:gd name="T36" fmla="*/ 221 w 284"/>
                <a:gd name="T37" fmla="*/ 66 h 454"/>
                <a:gd name="T38" fmla="*/ 221 w 284"/>
                <a:gd name="T39" fmla="*/ 66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4" h="454">
                  <a:moveTo>
                    <a:pt x="247" y="408"/>
                  </a:moveTo>
                  <a:cubicBezTo>
                    <a:pt x="218" y="436"/>
                    <a:pt x="181" y="454"/>
                    <a:pt x="144" y="454"/>
                  </a:cubicBezTo>
                  <a:cubicBezTo>
                    <a:pt x="103" y="454"/>
                    <a:pt x="66" y="436"/>
                    <a:pt x="38" y="408"/>
                  </a:cubicBezTo>
                  <a:cubicBezTo>
                    <a:pt x="0" y="367"/>
                    <a:pt x="0" y="327"/>
                    <a:pt x="0" y="227"/>
                  </a:cubicBezTo>
                  <a:cubicBezTo>
                    <a:pt x="0" y="127"/>
                    <a:pt x="0" y="86"/>
                    <a:pt x="38" y="46"/>
                  </a:cubicBezTo>
                  <a:cubicBezTo>
                    <a:pt x="66" y="18"/>
                    <a:pt x="103" y="0"/>
                    <a:pt x="144" y="0"/>
                  </a:cubicBezTo>
                  <a:cubicBezTo>
                    <a:pt x="181" y="0"/>
                    <a:pt x="218" y="18"/>
                    <a:pt x="247" y="46"/>
                  </a:cubicBezTo>
                  <a:cubicBezTo>
                    <a:pt x="284" y="86"/>
                    <a:pt x="284" y="127"/>
                    <a:pt x="284" y="227"/>
                  </a:cubicBezTo>
                  <a:cubicBezTo>
                    <a:pt x="284" y="327"/>
                    <a:pt x="284" y="367"/>
                    <a:pt x="247" y="408"/>
                  </a:cubicBezTo>
                  <a:lnTo>
                    <a:pt x="247" y="408"/>
                  </a:lnTo>
                  <a:close/>
                  <a:moveTo>
                    <a:pt x="221" y="66"/>
                  </a:moveTo>
                  <a:cubicBezTo>
                    <a:pt x="201" y="43"/>
                    <a:pt x="172" y="32"/>
                    <a:pt x="144" y="32"/>
                  </a:cubicBezTo>
                  <a:cubicBezTo>
                    <a:pt x="112" y="32"/>
                    <a:pt x="83" y="43"/>
                    <a:pt x="63" y="66"/>
                  </a:cubicBezTo>
                  <a:cubicBezTo>
                    <a:pt x="35" y="98"/>
                    <a:pt x="32" y="132"/>
                    <a:pt x="32" y="227"/>
                  </a:cubicBezTo>
                  <a:cubicBezTo>
                    <a:pt x="32" y="322"/>
                    <a:pt x="35" y="356"/>
                    <a:pt x="63" y="388"/>
                  </a:cubicBezTo>
                  <a:cubicBezTo>
                    <a:pt x="83" y="410"/>
                    <a:pt x="112" y="422"/>
                    <a:pt x="144" y="422"/>
                  </a:cubicBezTo>
                  <a:cubicBezTo>
                    <a:pt x="172" y="422"/>
                    <a:pt x="201" y="410"/>
                    <a:pt x="221" y="388"/>
                  </a:cubicBezTo>
                  <a:cubicBezTo>
                    <a:pt x="250" y="356"/>
                    <a:pt x="253" y="322"/>
                    <a:pt x="253" y="227"/>
                  </a:cubicBezTo>
                  <a:cubicBezTo>
                    <a:pt x="253" y="132"/>
                    <a:pt x="250" y="98"/>
                    <a:pt x="221" y="66"/>
                  </a:cubicBezTo>
                  <a:lnTo>
                    <a:pt x="221" y="6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BEA0375-3045-4ABD-A362-A2B0B8C27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676" y="7846239"/>
              <a:ext cx="211138" cy="311150"/>
            </a:xfrm>
            <a:custGeom>
              <a:avLst/>
              <a:gdLst>
                <a:gd name="T0" fmla="*/ 120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20 w 133"/>
                <a:gd name="T13" fmla="*/ 170 h 196"/>
                <a:gd name="T14" fmla="*/ 120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20 w 133"/>
                <a:gd name="T21" fmla="*/ 196 h 196"/>
                <a:gd name="T22" fmla="*/ 120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20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1DC8467-3370-4545-A9FE-BA6153F734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60139" y="7846239"/>
              <a:ext cx="234950" cy="311150"/>
            </a:xfrm>
            <a:custGeom>
              <a:avLst/>
              <a:gdLst>
                <a:gd name="T0" fmla="*/ 299 w 333"/>
                <a:gd name="T1" fmla="*/ 442 h 442"/>
                <a:gd name="T2" fmla="*/ 261 w 333"/>
                <a:gd name="T3" fmla="*/ 336 h 442"/>
                <a:gd name="T4" fmla="*/ 69 w 333"/>
                <a:gd name="T5" fmla="*/ 336 h 442"/>
                <a:gd name="T6" fmla="*/ 35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299 w 333"/>
                <a:gd name="T17" fmla="*/ 442 h 442"/>
                <a:gd name="T18" fmla="*/ 299 w 333"/>
                <a:gd name="T19" fmla="*/ 442 h 442"/>
                <a:gd name="T20" fmla="*/ 167 w 333"/>
                <a:gd name="T21" fmla="*/ 43 h 442"/>
                <a:gd name="T22" fmla="*/ 81 w 333"/>
                <a:gd name="T23" fmla="*/ 304 h 442"/>
                <a:gd name="T24" fmla="*/ 253 w 333"/>
                <a:gd name="T25" fmla="*/ 304 h 442"/>
                <a:gd name="T26" fmla="*/ 167 w 333"/>
                <a:gd name="T27" fmla="*/ 43 h 442"/>
                <a:gd name="T28" fmla="*/ 167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299" y="442"/>
                  </a:moveTo>
                  <a:lnTo>
                    <a:pt x="261" y="336"/>
                  </a:lnTo>
                  <a:lnTo>
                    <a:pt x="69" y="336"/>
                  </a:lnTo>
                  <a:lnTo>
                    <a:pt x="35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299" y="442"/>
                  </a:lnTo>
                  <a:lnTo>
                    <a:pt x="299" y="442"/>
                  </a:lnTo>
                  <a:close/>
                  <a:moveTo>
                    <a:pt x="167" y="43"/>
                  </a:moveTo>
                  <a:lnTo>
                    <a:pt x="81" y="304"/>
                  </a:lnTo>
                  <a:lnTo>
                    <a:pt x="253" y="304"/>
                  </a:lnTo>
                  <a:lnTo>
                    <a:pt x="167" y="43"/>
                  </a:lnTo>
                  <a:lnTo>
                    <a:pt x="167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60B2CFB-D19B-45E3-83F2-4B1C351A5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239" y="7846239"/>
              <a:ext cx="177800" cy="311150"/>
            </a:xfrm>
            <a:custGeom>
              <a:avLst/>
              <a:gdLst>
                <a:gd name="T0" fmla="*/ 0 w 112"/>
                <a:gd name="T1" fmla="*/ 196 h 196"/>
                <a:gd name="T2" fmla="*/ 0 w 112"/>
                <a:gd name="T3" fmla="*/ 0 h 196"/>
                <a:gd name="T4" fmla="*/ 15 w 112"/>
                <a:gd name="T5" fmla="*/ 0 h 196"/>
                <a:gd name="T6" fmla="*/ 15 w 112"/>
                <a:gd name="T7" fmla="*/ 183 h 196"/>
                <a:gd name="T8" fmla="*/ 112 w 112"/>
                <a:gd name="T9" fmla="*/ 183 h 196"/>
                <a:gd name="T10" fmla="*/ 112 w 112"/>
                <a:gd name="T11" fmla="*/ 196 h 196"/>
                <a:gd name="T12" fmla="*/ 0 w 112"/>
                <a:gd name="T13" fmla="*/ 196 h 196"/>
                <a:gd name="T14" fmla="*/ 0 w 112"/>
                <a:gd name="T15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96">
                  <a:moveTo>
                    <a:pt x="0" y="196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183"/>
                  </a:lnTo>
                  <a:lnTo>
                    <a:pt x="112" y="183"/>
                  </a:lnTo>
                  <a:lnTo>
                    <a:pt x="112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55EC5FF-7149-4241-A75D-4FD74764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076" y="7846239"/>
              <a:ext cx="200025" cy="315913"/>
            </a:xfrm>
            <a:custGeom>
              <a:avLst/>
              <a:gdLst>
                <a:gd name="T0" fmla="*/ 140 w 284"/>
                <a:gd name="T1" fmla="*/ 448 h 448"/>
                <a:gd name="T2" fmla="*/ 0 w 284"/>
                <a:gd name="T3" fmla="*/ 298 h 448"/>
                <a:gd name="T4" fmla="*/ 0 w 284"/>
                <a:gd name="T5" fmla="*/ 0 h 448"/>
                <a:gd name="T6" fmla="*/ 31 w 284"/>
                <a:gd name="T7" fmla="*/ 0 h 448"/>
                <a:gd name="T8" fmla="*/ 31 w 284"/>
                <a:gd name="T9" fmla="*/ 296 h 448"/>
                <a:gd name="T10" fmla="*/ 140 w 284"/>
                <a:gd name="T11" fmla="*/ 416 h 448"/>
                <a:gd name="T12" fmla="*/ 252 w 284"/>
                <a:gd name="T13" fmla="*/ 296 h 448"/>
                <a:gd name="T14" fmla="*/ 252 w 284"/>
                <a:gd name="T15" fmla="*/ 0 h 448"/>
                <a:gd name="T16" fmla="*/ 284 w 284"/>
                <a:gd name="T17" fmla="*/ 0 h 448"/>
                <a:gd name="T18" fmla="*/ 284 w 284"/>
                <a:gd name="T19" fmla="*/ 298 h 448"/>
                <a:gd name="T20" fmla="*/ 140 w 284"/>
                <a:gd name="T21" fmla="*/ 448 h 448"/>
                <a:gd name="T22" fmla="*/ 140 w 284"/>
                <a:gd name="T23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4" h="448">
                  <a:moveTo>
                    <a:pt x="140" y="448"/>
                  </a:moveTo>
                  <a:cubicBezTo>
                    <a:pt x="57" y="448"/>
                    <a:pt x="0" y="384"/>
                    <a:pt x="0" y="298"/>
                  </a:cubicBezTo>
                  <a:lnTo>
                    <a:pt x="0" y="0"/>
                  </a:lnTo>
                  <a:lnTo>
                    <a:pt x="31" y="0"/>
                  </a:lnTo>
                  <a:lnTo>
                    <a:pt x="31" y="296"/>
                  </a:lnTo>
                  <a:cubicBezTo>
                    <a:pt x="31" y="367"/>
                    <a:pt x="74" y="416"/>
                    <a:pt x="140" y="416"/>
                  </a:cubicBezTo>
                  <a:cubicBezTo>
                    <a:pt x="209" y="416"/>
                    <a:pt x="252" y="367"/>
                    <a:pt x="252" y="296"/>
                  </a:cubicBezTo>
                  <a:lnTo>
                    <a:pt x="252" y="0"/>
                  </a:lnTo>
                  <a:lnTo>
                    <a:pt x="284" y="0"/>
                  </a:lnTo>
                  <a:lnTo>
                    <a:pt x="284" y="298"/>
                  </a:lnTo>
                  <a:cubicBezTo>
                    <a:pt x="284" y="384"/>
                    <a:pt x="223" y="448"/>
                    <a:pt x="140" y="448"/>
                  </a:cubicBezTo>
                  <a:lnTo>
                    <a:pt x="140" y="4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475876F-37C7-4457-A62D-A2F730596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764" y="7846239"/>
              <a:ext cx="212725" cy="311150"/>
            </a:xfrm>
            <a:custGeom>
              <a:avLst/>
              <a:gdLst>
                <a:gd name="T0" fmla="*/ 120 w 134"/>
                <a:gd name="T1" fmla="*/ 196 h 196"/>
                <a:gd name="T2" fmla="*/ 15 w 134"/>
                <a:gd name="T3" fmla="*/ 25 h 196"/>
                <a:gd name="T4" fmla="*/ 15 w 134"/>
                <a:gd name="T5" fmla="*/ 196 h 196"/>
                <a:gd name="T6" fmla="*/ 0 w 134"/>
                <a:gd name="T7" fmla="*/ 196 h 196"/>
                <a:gd name="T8" fmla="*/ 0 w 134"/>
                <a:gd name="T9" fmla="*/ 0 h 196"/>
                <a:gd name="T10" fmla="*/ 15 w 134"/>
                <a:gd name="T11" fmla="*/ 0 h 196"/>
                <a:gd name="T12" fmla="*/ 120 w 134"/>
                <a:gd name="T13" fmla="*/ 170 h 196"/>
                <a:gd name="T14" fmla="*/ 120 w 134"/>
                <a:gd name="T15" fmla="*/ 0 h 196"/>
                <a:gd name="T16" fmla="*/ 134 w 134"/>
                <a:gd name="T17" fmla="*/ 0 h 196"/>
                <a:gd name="T18" fmla="*/ 134 w 134"/>
                <a:gd name="T19" fmla="*/ 196 h 196"/>
                <a:gd name="T20" fmla="*/ 120 w 134"/>
                <a:gd name="T21" fmla="*/ 196 h 196"/>
                <a:gd name="T22" fmla="*/ 120 w 134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196">
                  <a:moveTo>
                    <a:pt x="120" y="196"/>
                  </a:moveTo>
                  <a:lnTo>
                    <a:pt x="15" y="25"/>
                  </a:lnTo>
                  <a:lnTo>
                    <a:pt x="15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4" y="0"/>
                  </a:lnTo>
                  <a:lnTo>
                    <a:pt x="134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E1CD3E-8FD8-4A9D-92A4-B1BBB43E2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32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73D3D35-E08D-4B3F-AC86-ADB6182E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289" y="7846239"/>
              <a:ext cx="209550" cy="311150"/>
            </a:xfrm>
            <a:custGeom>
              <a:avLst/>
              <a:gdLst>
                <a:gd name="T0" fmla="*/ 72 w 132"/>
                <a:gd name="T1" fmla="*/ 196 h 196"/>
                <a:gd name="T2" fmla="*/ 59 w 132"/>
                <a:gd name="T3" fmla="*/ 196 h 196"/>
                <a:gd name="T4" fmla="*/ 0 w 132"/>
                <a:gd name="T5" fmla="*/ 0 h 196"/>
                <a:gd name="T6" fmla="*/ 13 w 132"/>
                <a:gd name="T7" fmla="*/ 0 h 196"/>
                <a:gd name="T8" fmla="*/ 66 w 132"/>
                <a:gd name="T9" fmla="*/ 170 h 196"/>
                <a:gd name="T10" fmla="*/ 117 w 132"/>
                <a:gd name="T11" fmla="*/ 0 h 196"/>
                <a:gd name="T12" fmla="*/ 132 w 132"/>
                <a:gd name="T13" fmla="*/ 0 h 196"/>
                <a:gd name="T14" fmla="*/ 72 w 132"/>
                <a:gd name="T15" fmla="*/ 196 h 196"/>
                <a:gd name="T16" fmla="*/ 72 w 132"/>
                <a:gd name="T1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196">
                  <a:moveTo>
                    <a:pt x="72" y="196"/>
                  </a:moveTo>
                  <a:lnTo>
                    <a:pt x="59" y="196"/>
                  </a:lnTo>
                  <a:lnTo>
                    <a:pt x="0" y="0"/>
                  </a:lnTo>
                  <a:lnTo>
                    <a:pt x="13" y="0"/>
                  </a:lnTo>
                  <a:lnTo>
                    <a:pt x="66" y="170"/>
                  </a:lnTo>
                  <a:lnTo>
                    <a:pt x="117" y="0"/>
                  </a:lnTo>
                  <a:lnTo>
                    <a:pt x="132" y="0"/>
                  </a:lnTo>
                  <a:lnTo>
                    <a:pt x="72" y="196"/>
                  </a:lnTo>
                  <a:lnTo>
                    <a:pt x="72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436FDDC-D1D3-4B51-BF7D-142C91806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989" y="7846239"/>
              <a:ext cx="174625" cy="311150"/>
            </a:xfrm>
            <a:custGeom>
              <a:avLst/>
              <a:gdLst>
                <a:gd name="T0" fmla="*/ 0 w 110"/>
                <a:gd name="T1" fmla="*/ 196 h 196"/>
                <a:gd name="T2" fmla="*/ 0 w 110"/>
                <a:gd name="T3" fmla="*/ 0 h 196"/>
                <a:gd name="T4" fmla="*/ 110 w 110"/>
                <a:gd name="T5" fmla="*/ 0 h 196"/>
                <a:gd name="T6" fmla="*/ 110 w 110"/>
                <a:gd name="T7" fmla="*/ 13 h 196"/>
                <a:gd name="T8" fmla="*/ 14 w 110"/>
                <a:gd name="T9" fmla="*/ 13 h 196"/>
                <a:gd name="T10" fmla="*/ 14 w 110"/>
                <a:gd name="T11" fmla="*/ 90 h 196"/>
                <a:gd name="T12" fmla="*/ 97 w 110"/>
                <a:gd name="T13" fmla="*/ 90 h 196"/>
                <a:gd name="T14" fmla="*/ 97 w 110"/>
                <a:gd name="T15" fmla="*/ 104 h 196"/>
                <a:gd name="T16" fmla="*/ 14 w 110"/>
                <a:gd name="T17" fmla="*/ 104 h 196"/>
                <a:gd name="T18" fmla="*/ 14 w 110"/>
                <a:gd name="T19" fmla="*/ 183 h 196"/>
                <a:gd name="T20" fmla="*/ 110 w 110"/>
                <a:gd name="T21" fmla="*/ 183 h 196"/>
                <a:gd name="T22" fmla="*/ 110 w 110"/>
                <a:gd name="T23" fmla="*/ 196 h 196"/>
                <a:gd name="T24" fmla="*/ 0 w 110"/>
                <a:gd name="T25" fmla="*/ 196 h 196"/>
                <a:gd name="T26" fmla="*/ 0 w 110"/>
                <a:gd name="T2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196">
                  <a:moveTo>
                    <a:pt x="0" y="196"/>
                  </a:moveTo>
                  <a:lnTo>
                    <a:pt x="0" y="0"/>
                  </a:lnTo>
                  <a:lnTo>
                    <a:pt x="110" y="0"/>
                  </a:lnTo>
                  <a:lnTo>
                    <a:pt x="110" y="13"/>
                  </a:lnTo>
                  <a:lnTo>
                    <a:pt x="14" y="13"/>
                  </a:lnTo>
                  <a:lnTo>
                    <a:pt x="14" y="90"/>
                  </a:lnTo>
                  <a:lnTo>
                    <a:pt x="97" y="90"/>
                  </a:lnTo>
                  <a:lnTo>
                    <a:pt x="97" y="104"/>
                  </a:lnTo>
                  <a:lnTo>
                    <a:pt x="14" y="104"/>
                  </a:lnTo>
                  <a:lnTo>
                    <a:pt x="14" y="183"/>
                  </a:lnTo>
                  <a:lnTo>
                    <a:pt x="110" y="183"/>
                  </a:lnTo>
                  <a:lnTo>
                    <a:pt x="110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94F5E91-F6AF-46CC-9BC8-221AB5B4F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6401" y="7846239"/>
              <a:ext cx="196850" cy="311150"/>
            </a:xfrm>
            <a:custGeom>
              <a:avLst/>
              <a:gdLst>
                <a:gd name="T0" fmla="*/ 244 w 281"/>
                <a:gd name="T1" fmla="*/ 442 h 442"/>
                <a:gd name="T2" fmla="*/ 147 w 281"/>
                <a:gd name="T3" fmla="*/ 238 h 442"/>
                <a:gd name="T4" fmla="*/ 32 w 281"/>
                <a:gd name="T5" fmla="*/ 238 h 442"/>
                <a:gd name="T6" fmla="*/ 32 w 281"/>
                <a:gd name="T7" fmla="*/ 442 h 442"/>
                <a:gd name="T8" fmla="*/ 0 w 281"/>
                <a:gd name="T9" fmla="*/ 442 h 442"/>
                <a:gd name="T10" fmla="*/ 0 w 281"/>
                <a:gd name="T11" fmla="*/ 0 h 442"/>
                <a:gd name="T12" fmla="*/ 158 w 281"/>
                <a:gd name="T13" fmla="*/ 0 h 442"/>
                <a:gd name="T14" fmla="*/ 276 w 281"/>
                <a:gd name="T15" fmla="*/ 118 h 442"/>
                <a:gd name="T16" fmla="*/ 181 w 281"/>
                <a:gd name="T17" fmla="*/ 238 h 442"/>
                <a:gd name="T18" fmla="*/ 281 w 281"/>
                <a:gd name="T19" fmla="*/ 442 h 442"/>
                <a:gd name="T20" fmla="*/ 244 w 281"/>
                <a:gd name="T21" fmla="*/ 442 h 442"/>
                <a:gd name="T22" fmla="*/ 244 w 281"/>
                <a:gd name="T23" fmla="*/ 442 h 442"/>
                <a:gd name="T24" fmla="*/ 152 w 281"/>
                <a:gd name="T25" fmla="*/ 29 h 442"/>
                <a:gd name="T26" fmla="*/ 32 w 281"/>
                <a:gd name="T27" fmla="*/ 29 h 442"/>
                <a:gd name="T28" fmla="*/ 32 w 281"/>
                <a:gd name="T29" fmla="*/ 209 h 442"/>
                <a:gd name="T30" fmla="*/ 152 w 281"/>
                <a:gd name="T31" fmla="*/ 209 h 442"/>
                <a:gd name="T32" fmla="*/ 244 w 281"/>
                <a:gd name="T33" fmla="*/ 118 h 442"/>
                <a:gd name="T34" fmla="*/ 152 w 281"/>
                <a:gd name="T35" fmla="*/ 29 h 442"/>
                <a:gd name="T36" fmla="*/ 152 w 281"/>
                <a:gd name="T37" fmla="*/ 29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442">
                  <a:moveTo>
                    <a:pt x="244" y="442"/>
                  </a:moveTo>
                  <a:lnTo>
                    <a:pt x="147" y="238"/>
                  </a:lnTo>
                  <a:lnTo>
                    <a:pt x="32" y="238"/>
                  </a:lnTo>
                  <a:lnTo>
                    <a:pt x="32" y="442"/>
                  </a:lnTo>
                  <a:lnTo>
                    <a:pt x="0" y="442"/>
                  </a:lnTo>
                  <a:lnTo>
                    <a:pt x="0" y="0"/>
                  </a:lnTo>
                  <a:lnTo>
                    <a:pt x="158" y="0"/>
                  </a:lnTo>
                  <a:cubicBezTo>
                    <a:pt x="224" y="0"/>
                    <a:pt x="276" y="40"/>
                    <a:pt x="276" y="118"/>
                  </a:cubicBezTo>
                  <a:cubicBezTo>
                    <a:pt x="276" y="184"/>
                    <a:pt x="238" y="227"/>
                    <a:pt x="181" y="238"/>
                  </a:cubicBezTo>
                  <a:lnTo>
                    <a:pt x="281" y="442"/>
                  </a:lnTo>
                  <a:lnTo>
                    <a:pt x="244" y="442"/>
                  </a:lnTo>
                  <a:lnTo>
                    <a:pt x="244" y="442"/>
                  </a:lnTo>
                  <a:close/>
                  <a:moveTo>
                    <a:pt x="152" y="29"/>
                  </a:moveTo>
                  <a:lnTo>
                    <a:pt x="32" y="29"/>
                  </a:lnTo>
                  <a:lnTo>
                    <a:pt x="32" y="209"/>
                  </a:lnTo>
                  <a:lnTo>
                    <a:pt x="152" y="209"/>
                  </a:lnTo>
                  <a:cubicBezTo>
                    <a:pt x="207" y="209"/>
                    <a:pt x="244" y="181"/>
                    <a:pt x="244" y="118"/>
                  </a:cubicBezTo>
                  <a:cubicBezTo>
                    <a:pt x="244" y="57"/>
                    <a:pt x="207" y="29"/>
                    <a:pt x="152" y="29"/>
                  </a:cubicBezTo>
                  <a:lnTo>
                    <a:pt x="152" y="29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4485980-F400-43B3-9BF7-6771AB82B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814" y="7841477"/>
              <a:ext cx="195263" cy="320675"/>
            </a:xfrm>
            <a:custGeom>
              <a:avLst/>
              <a:gdLst>
                <a:gd name="T0" fmla="*/ 137 w 278"/>
                <a:gd name="T1" fmla="*/ 454 h 454"/>
                <a:gd name="T2" fmla="*/ 0 w 278"/>
                <a:gd name="T3" fmla="*/ 393 h 454"/>
                <a:gd name="T4" fmla="*/ 23 w 278"/>
                <a:gd name="T5" fmla="*/ 370 h 454"/>
                <a:gd name="T6" fmla="*/ 140 w 278"/>
                <a:gd name="T7" fmla="*/ 422 h 454"/>
                <a:gd name="T8" fmla="*/ 246 w 278"/>
                <a:gd name="T9" fmla="*/ 330 h 454"/>
                <a:gd name="T10" fmla="*/ 223 w 278"/>
                <a:gd name="T11" fmla="*/ 270 h 454"/>
                <a:gd name="T12" fmla="*/ 163 w 278"/>
                <a:gd name="T13" fmla="*/ 244 h 454"/>
                <a:gd name="T14" fmla="*/ 114 w 278"/>
                <a:gd name="T15" fmla="*/ 238 h 454"/>
                <a:gd name="T16" fmla="*/ 43 w 278"/>
                <a:gd name="T17" fmla="*/ 204 h 454"/>
                <a:gd name="T18" fmla="*/ 8 w 278"/>
                <a:gd name="T19" fmla="*/ 124 h 454"/>
                <a:gd name="T20" fmla="*/ 137 w 278"/>
                <a:gd name="T21" fmla="*/ 0 h 454"/>
                <a:gd name="T22" fmla="*/ 258 w 278"/>
                <a:gd name="T23" fmla="*/ 49 h 454"/>
                <a:gd name="T24" fmla="*/ 238 w 278"/>
                <a:gd name="T25" fmla="*/ 72 h 454"/>
                <a:gd name="T26" fmla="*/ 137 w 278"/>
                <a:gd name="T27" fmla="*/ 29 h 454"/>
                <a:gd name="T28" fmla="*/ 40 w 278"/>
                <a:gd name="T29" fmla="*/ 121 h 454"/>
                <a:gd name="T30" fmla="*/ 63 w 278"/>
                <a:gd name="T31" fmla="*/ 181 h 454"/>
                <a:gd name="T32" fmla="*/ 123 w 278"/>
                <a:gd name="T33" fmla="*/ 207 h 454"/>
                <a:gd name="T34" fmla="*/ 169 w 278"/>
                <a:gd name="T35" fmla="*/ 215 h 454"/>
                <a:gd name="T36" fmla="*/ 241 w 278"/>
                <a:gd name="T37" fmla="*/ 244 h 454"/>
                <a:gd name="T38" fmla="*/ 278 w 278"/>
                <a:gd name="T39" fmla="*/ 330 h 454"/>
                <a:gd name="T40" fmla="*/ 137 w 278"/>
                <a:gd name="T41" fmla="*/ 454 h 454"/>
                <a:gd name="T42" fmla="*/ 137 w 278"/>
                <a:gd name="T43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8" h="454">
                  <a:moveTo>
                    <a:pt x="137" y="454"/>
                  </a:moveTo>
                  <a:cubicBezTo>
                    <a:pt x="77" y="454"/>
                    <a:pt x="37" y="433"/>
                    <a:pt x="0" y="393"/>
                  </a:cubicBezTo>
                  <a:lnTo>
                    <a:pt x="23" y="370"/>
                  </a:lnTo>
                  <a:cubicBezTo>
                    <a:pt x="60" y="410"/>
                    <a:pt x="92" y="422"/>
                    <a:pt x="140" y="422"/>
                  </a:cubicBezTo>
                  <a:cubicBezTo>
                    <a:pt x="206" y="422"/>
                    <a:pt x="246" y="390"/>
                    <a:pt x="246" y="330"/>
                  </a:cubicBezTo>
                  <a:cubicBezTo>
                    <a:pt x="246" y="304"/>
                    <a:pt x="238" y="284"/>
                    <a:pt x="223" y="270"/>
                  </a:cubicBezTo>
                  <a:cubicBezTo>
                    <a:pt x="209" y="256"/>
                    <a:pt x="198" y="250"/>
                    <a:pt x="163" y="244"/>
                  </a:cubicBezTo>
                  <a:lnTo>
                    <a:pt x="114" y="238"/>
                  </a:lnTo>
                  <a:cubicBezTo>
                    <a:pt x="83" y="233"/>
                    <a:pt x="60" y="221"/>
                    <a:pt x="43" y="204"/>
                  </a:cubicBezTo>
                  <a:cubicBezTo>
                    <a:pt x="20" y="184"/>
                    <a:pt x="8" y="158"/>
                    <a:pt x="8" y="124"/>
                  </a:cubicBezTo>
                  <a:cubicBezTo>
                    <a:pt x="8" y="49"/>
                    <a:pt x="60" y="0"/>
                    <a:pt x="137" y="0"/>
                  </a:cubicBezTo>
                  <a:cubicBezTo>
                    <a:pt x="189" y="0"/>
                    <a:pt x="220" y="18"/>
                    <a:pt x="258" y="49"/>
                  </a:cubicBezTo>
                  <a:lnTo>
                    <a:pt x="238" y="72"/>
                  </a:lnTo>
                  <a:cubicBezTo>
                    <a:pt x="212" y="46"/>
                    <a:pt x="186" y="29"/>
                    <a:pt x="137" y="29"/>
                  </a:cubicBezTo>
                  <a:cubicBezTo>
                    <a:pt x="77" y="29"/>
                    <a:pt x="40" y="66"/>
                    <a:pt x="40" y="121"/>
                  </a:cubicBezTo>
                  <a:cubicBezTo>
                    <a:pt x="40" y="147"/>
                    <a:pt x="46" y="167"/>
                    <a:pt x="63" y="181"/>
                  </a:cubicBezTo>
                  <a:cubicBezTo>
                    <a:pt x="77" y="193"/>
                    <a:pt x="100" y="204"/>
                    <a:pt x="123" y="207"/>
                  </a:cubicBezTo>
                  <a:lnTo>
                    <a:pt x="169" y="215"/>
                  </a:lnTo>
                  <a:cubicBezTo>
                    <a:pt x="206" y="221"/>
                    <a:pt x="223" y="230"/>
                    <a:pt x="241" y="244"/>
                  </a:cubicBezTo>
                  <a:cubicBezTo>
                    <a:pt x="264" y="264"/>
                    <a:pt x="278" y="296"/>
                    <a:pt x="278" y="330"/>
                  </a:cubicBezTo>
                  <a:cubicBezTo>
                    <a:pt x="278" y="405"/>
                    <a:pt x="223" y="454"/>
                    <a:pt x="137" y="454"/>
                  </a:cubicBezTo>
                  <a:lnTo>
                    <a:pt x="137" y="454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812A3E2-7B98-44A5-A32A-1EB76A465F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015150" y="7265214"/>
              <a:ext cx="976313" cy="960438"/>
            </a:xfrm>
            <a:custGeom>
              <a:avLst/>
              <a:gdLst>
                <a:gd name="T0" fmla="*/ 591 w 1388"/>
                <a:gd name="T1" fmla="*/ 674 h 1365"/>
                <a:gd name="T2" fmla="*/ 797 w 1388"/>
                <a:gd name="T3" fmla="*/ 685 h 1365"/>
                <a:gd name="T4" fmla="*/ 797 w 1388"/>
                <a:gd name="T5" fmla="*/ 625 h 1365"/>
                <a:gd name="T6" fmla="*/ 591 w 1388"/>
                <a:gd name="T7" fmla="*/ 614 h 1365"/>
                <a:gd name="T8" fmla="*/ 803 w 1388"/>
                <a:gd name="T9" fmla="*/ 872 h 1365"/>
                <a:gd name="T10" fmla="*/ 585 w 1388"/>
                <a:gd name="T11" fmla="*/ 858 h 1365"/>
                <a:gd name="T12" fmla="*/ 769 w 1388"/>
                <a:gd name="T13" fmla="*/ 726 h 1365"/>
                <a:gd name="T14" fmla="*/ 622 w 1388"/>
                <a:gd name="T15" fmla="*/ 760 h 1365"/>
                <a:gd name="T16" fmla="*/ 829 w 1388"/>
                <a:gd name="T17" fmla="*/ 439 h 1365"/>
                <a:gd name="T18" fmla="*/ 757 w 1388"/>
                <a:gd name="T19" fmla="*/ 476 h 1365"/>
                <a:gd name="T20" fmla="*/ 777 w 1388"/>
                <a:gd name="T21" fmla="*/ 820 h 1365"/>
                <a:gd name="T22" fmla="*/ 602 w 1388"/>
                <a:gd name="T23" fmla="*/ 797 h 1365"/>
                <a:gd name="T24" fmla="*/ 846 w 1388"/>
                <a:gd name="T25" fmla="*/ 981 h 1365"/>
                <a:gd name="T26" fmla="*/ 554 w 1388"/>
                <a:gd name="T27" fmla="*/ 1004 h 1365"/>
                <a:gd name="T28" fmla="*/ 1024 w 1388"/>
                <a:gd name="T29" fmla="*/ 694 h 1365"/>
                <a:gd name="T30" fmla="*/ 952 w 1388"/>
                <a:gd name="T31" fmla="*/ 731 h 1365"/>
                <a:gd name="T32" fmla="*/ 961 w 1388"/>
                <a:gd name="T33" fmla="*/ 599 h 1365"/>
                <a:gd name="T34" fmla="*/ 903 w 1388"/>
                <a:gd name="T35" fmla="*/ 545 h 1365"/>
                <a:gd name="T36" fmla="*/ 926 w 1388"/>
                <a:gd name="T37" fmla="*/ 588 h 1365"/>
                <a:gd name="T38" fmla="*/ 1316 w 1388"/>
                <a:gd name="T39" fmla="*/ 439 h 1365"/>
                <a:gd name="T40" fmla="*/ 852 w 1388"/>
                <a:gd name="T41" fmla="*/ 72 h 1365"/>
                <a:gd name="T42" fmla="*/ 691 w 1388"/>
                <a:gd name="T43" fmla="*/ 0 h 1365"/>
                <a:gd name="T44" fmla="*/ 674 w 1388"/>
                <a:gd name="T45" fmla="*/ 9 h 1365"/>
                <a:gd name="T46" fmla="*/ 399 w 1388"/>
                <a:gd name="T47" fmla="*/ 321 h 1365"/>
                <a:gd name="T48" fmla="*/ 3 w 1388"/>
                <a:gd name="T49" fmla="*/ 502 h 1365"/>
                <a:gd name="T50" fmla="*/ 135 w 1388"/>
                <a:gd name="T51" fmla="*/ 806 h 1365"/>
                <a:gd name="T52" fmla="*/ 255 w 1388"/>
                <a:gd name="T53" fmla="*/ 1296 h 1365"/>
                <a:gd name="T54" fmla="*/ 436 w 1388"/>
                <a:gd name="T55" fmla="*/ 1351 h 1365"/>
                <a:gd name="T56" fmla="*/ 1027 w 1388"/>
                <a:gd name="T57" fmla="*/ 1325 h 1365"/>
                <a:gd name="T58" fmla="*/ 1121 w 1388"/>
                <a:gd name="T59" fmla="*/ 1317 h 1365"/>
                <a:gd name="T60" fmla="*/ 1130 w 1388"/>
                <a:gd name="T61" fmla="*/ 1308 h 1365"/>
                <a:gd name="T62" fmla="*/ 1207 w 1388"/>
                <a:gd name="T63" fmla="*/ 1164 h 1365"/>
                <a:gd name="T64" fmla="*/ 1365 w 1388"/>
                <a:gd name="T65" fmla="*/ 597 h 1365"/>
                <a:gd name="T66" fmla="*/ 493 w 1388"/>
                <a:gd name="T67" fmla="*/ 252 h 1365"/>
                <a:gd name="T68" fmla="*/ 769 w 1388"/>
                <a:gd name="T69" fmla="*/ 103 h 1365"/>
                <a:gd name="T70" fmla="*/ 694 w 1388"/>
                <a:gd name="T71" fmla="*/ 290 h 1365"/>
                <a:gd name="T72" fmla="*/ 161 w 1388"/>
                <a:gd name="T73" fmla="*/ 757 h 1365"/>
                <a:gd name="T74" fmla="*/ 158 w 1388"/>
                <a:gd name="T75" fmla="*/ 416 h 1365"/>
                <a:gd name="T76" fmla="*/ 270 w 1388"/>
                <a:gd name="T77" fmla="*/ 835 h 1365"/>
                <a:gd name="T78" fmla="*/ 445 w 1388"/>
                <a:gd name="T79" fmla="*/ 1296 h 1365"/>
                <a:gd name="T80" fmla="*/ 247 w 1388"/>
                <a:gd name="T81" fmla="*/ 1018 h 1365"/>
                <a:gd name="T82" fmla="*/ 579 w 1388"/>
                <a:gd name="T83" fmla="*/ 1230 h 1365"/>
                <a:gd name="T84" fmla="*/ 694 w 1388"/>
                <a:gd name="T85" fmla="*/ 1119 h 1365"/>
                <a:gd name="T86" fmla="*/ 1004 w 1388"/>
                <a:gd name="T87" fmla="*/ 1276 h 1365"/>
                <a:gd name="T88" fmla="*/ 1101 w 1388"/>
                <a:gd name="T89" fmla="*/ 889 h 1365"/>
                <a:gd name="T90" fmla="*/ 1313 w 1388"/>
                <a:gd name="T91" fmla="*/ 605 h 1365"/>
                <a:gd name="T92" fmla="*/ 1133 w 1388"/>
                <a:gd name="T93" fmla="*/ 729 h 1365"/>
                <a:gd name="T94" fmla="*/ 1267 w 1388"/>
                <a:gd name="T95" fmla="*/ 465 h 1365"/>
                <a:gd name="T96" fmla="*/ 542 w 1388"/>
                <a:gd name="T97" fmla="*/ 1033 h 1365"/>
                <a:gd name="T98" fmla="*/ 860 w 1388"/>
                <a:gd name="T99" fmla="*/ 1056 h 1365"/>
                <a:gd name="T100" fmla="*/ 820 w 1388"/>
                <a:gd name="T101" fmla="*/ 944 h 1365"/>
                <a:gd name="T102" fmla="*/ 559 w 1388"/>
                <a:gd name="T103" fmla="*/ 921 h 1365"/>
                <a:gd name="T104" fmla="*/ 608 w 1388"/>
                <a:gd name="T105" fmla="*/ 490 h 1365"/>
                <a:gd name="T106" fmla="*/ 620 w 1388"/>
                <a:gd name="T107" fmla="*/ 410 h 1365"/>
                <a:gd name="T108" fmla="*/ 574 w 1388"/>
                <a:gd name="T109" fmla="*/ 502 h 1365"/>
                <a:gd name="T110" fmla="*/ 442 w 1388"/>
                <a:gd name="T111" fmla="*/ 568 h 1365"/>
                <a:gd name="T112" fmla="*/ 522 w 1388"/>
                <a:gd name="T113" fmla="*/ 554 h 1365"/>
                <a:gd name="T114" fmla="*/ 405 w 1388"/>
                <a:gd name="T115" fmla="*/ 694 h 1365"/>
                <a:gd name="T116" fmla="*/ 442 w 1388"/>
                <a:gd name="T117" fmla="*/ 766 h 1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8" h="1365">
                  <a:moveTo>
                    <a:pt x="797" y="685"/>
                  </a:moveTo>
                  <a:lnTo>
                    <a:pt x="797" y="674"/>
                  </a:lnTo>
                  <a:cubicBezTo>
                    <a:pt x="797" y="668"/>
                    <a:pt x="794" y="663"/>
                    <a:pt x="789" y="663"/>
                  </a:cubicBezTo>
                  <a:lnTo>
                    <a:pt x="602" y="663"/>
                  </a:lnTo>
                  <a:cubicBezTo>
                    <a:pt x="597" y="663"/>
                    <a:pt x="591" y="668"/>
                    <a:pt x="591" y="674"/>
                  </a:cubicBezTo>
                  <a:lnTo>
                    <a:pt x="591" y="685"/>
                  </a:lnTo>
                  <a:cubicBezTo>
                    <a:pt x="591" y="691"/>
                    <a:pt x="597" y="697"/>
                    <a:pt x="602" y="697"/>
                  </a:cubicBezTo>
                  <a:lnTo>
                    <a:pt x="789" y="697"/>
                  </a:lnTo>
                  <a:cubicBezTo>
                    <a:pt x="794" y="697"/>
                    <a:pt x="797" y="691"/>
                    <a:pt x="797" y="685"/>
                  </a:cubicBezTo>
                  <a:lnTo>
                    <a:pt x="797" y="685"/>
                  </a:lnTo>
                  <a:close/>
                  <a:moveTo>
                    <a:pt x="591" y="614"/>
                  </a:moveTo>
                  <a:lnTo>
                    <a:pt x="591" y="625"/>
                  </a:lnTo>
                  <a:cubicBezTo>
                    <a:pt x="591" y="631"/>
                    <a:pt x="597" y="637"/>
                    <a:pt x="602" y="637"/>
                  </a:cubicBezTo>
                  <a:lnTo>
                    <a:pt x="789" y="637"/>
                  </a:lnTo>
                  <a:cubicBezTo>
                    <a:pt x="794" y="637"/>
                    <a:pt x="797" y="631"/>
                    <a:pt x="797" y="625"/>
                  </a:cubicBezTo>
                  <a:lnTo>
                    <a:pt x="797" y="614"/>
                  </a:lnTo>
                  <a:cubicBezTo>
                    <a:pt x="797" y="608"/>
                    <a:pt x="794" y="602"/>
                    <a:pt x="789" y="602"/>
                  </a:cubicBezTo>
                  <a:lnTo>
                    <a:pt x="602" y="602"/>
                  </a:lnTo>
                  <a:cubicBezTo>
                    <a:pt x="597" y="602"/>
                    <a:pt x="591" y="608"/>
                    <a:pt x="591" y="614"/>
                  </a:cubicBezTo>
                  <a:lnTo>
                    <a:pt x="591" y="614"/>
                  </a:lnTo>
                  <a:close/>
                  <a:moveTo>
                    <a:pt x="585" y="858"/>
                  </a:moveTo>
                  <a:lnTo>
                    <a:pt x="585" y="872"/>
                  </a:lnTo>
                  <a:cubicBezTo>
                    <a:pt x="585" y="878"/>
                    <a:pt x="591" y="881"/>
                    <a:pt x="597" y="881"/>
                  </a:cubicBezTo>
                  <a:lnTo>
                    <a:pt x="792" y="881"/>
                  </a:lnTo>
                  <a:cubicBezTo>
                    <a:pt x="797" y="881"/>
                    <a:pt x="803" y="878"/>
                    <a:pt x="803" y="872"/>
                  </a:cubicBezTo>
                  <a:lnTo>
                    <a:pt x="803" y="858"/>
                  </a:lnTo>
                  <a:cubicBezTo>
                    <a:pt x="803" y="852"/>
                    <a:pt x="797" y="849"/>
                    <a:pt x="792" y="849"/>
                  </a:cubicBezTo>
                  <a:lnTo>
                    <a:pt x="597" y="849"/>
                  </a:lnTo>
                  <a:cubicBezTo>
                    <a:pt x="591" y="849"/>
                    <a:pt x="585" y="852"/>
                    <a:pt x="585" y="858"/>
                  </a:cubicBezTo>
                  <a:lnTo>
                    <a:pt x="585" y="858"/>
                  </a:lnTo>
                  <a:close/>
                  <a:moveTo>
                    <a:pt x="622" y="760"/>
                  </a:moveTo>
                  <a:lnTo>
                    <a:pt x="769" y="760"/>
                  </a:lnTo>
                  <a:cubicBezTo>
                    <a:pt x="774" y="760"/>
                    <a:pt x="780" y="754"/>
                    <a:pt x="780" y="749"/>
                  </a:cubicBezTo>
                  <a:lnTo>
                    <a:pt x="780" y="737"/>
                  </a:lnTo>
                  <a:cubicBezTo>
                    <a:pt x="780" y="731"/>
                    <a:pt x="774" y="726"/>
                    <a:pt x="769" y="726"/>
                  </a:cubicBezTo>
                  <a:lnTo>
                    <a:pt x="622" y="726"/>
                  </a:lnTo>
                  <a:cubicBezTo>
                    <a:pt x="617" y="726"/>
                    <a:pt x="611" y="731"/>
                    <a:pt x="611" y="737"/>
                  </a:cubicBezTo>
                  <a:lnTo>
                    <a:pt x="611" y="749"/>
                  </a:lnTo>
                  <a:cubicBezTo>
                    <a:pt x="611" y="754"/>
                    <a:pt x="617" y="760"/>
                    <a:pt x="622" y="760"/>
                  </a:cubicBezTo>
                  <a:lnTo>
                    <a:pt x="622" y="760"/>
                  </a:lnTo>
                  <a:close/>
                  <a:moveTo>
                    <a:pt x="757" y="511"/>
                  </a:moveTo>
                  <a:lnTo>
                    <a:pt x="786" y="490"/>
                  </a:lnTo>
                  <a:lnTo>
                    <a:pt x="820" y="502"/>
                  </a:lnTo>
                  <a:lnTo>
                    <a:pt x="809" y="468"/>
                  </a:lnTo>
                  <a:lnTo>
                    <a:pt x="829" y="439"/>
                  </a:lnTo>
                  <a:lnTo>
                    <a:pt x="794" y="439"/>
                  </a:lnTo>
                  <a:lnTo>
                    <a:pt x="774" y="410"/>
                  </a:lnTo>
                  <a:lnTo>
                    <a:pt x="763" y="445"/>
                  </a:lnTo>
                  <a:lnTo>
                    <a:pt x="728" y="453"/>
                  </a:lnTo>
                  <a:lnTo>
                    <a:pt x="757" y="476"/>
                  </a:lnTo>
                  <a:lnTo>
                    <a:pt x="757" y="511"/>
                  </a:lnTo>
                  <a:close/>
                  <a:moveTo>
                    <a:pt x="602" y="797"/>
                  </a:moveTo>
                  <a:lnTo>
                    <a:pt x="602" y="809"/>
                  </a:lnTo>
                  <a:cubicBezTo>
                    <a:pt x="602" y="815"/>
                    <a:pt x="605" y="820"/>
                    <a:pt x="611" y="820"/>
                  </a:cubicBezTo>
                  <a:lnTo>
                    <a:pt x="777" y="820"/>
                  </a:lnTo>
                  <a:cubicBezTo>
                    <a:pt x="783" y="820"/>
                    <a:pt x="789" y="815"/>
                    <a:pt x="789" y="809"/>
                  </a:cubicBezTo>
                  <a:lnTo>
                    <a:pt x="789" y="797"/>
                  </a:lnTo>
                  <a:cubicBezTo>
                    <a:pt x="789" y="792"/>
                    <a:pt x="783" y="786"/>
                    <a:pt x="777" y="786"/>
                  </a:cubicBezTo>
                  <a:lnTo>
                    <a:pt x="611" y="786"/>
                  </a:lnTo>
                  <a:cubicBezTo>
                    <a:pt x="605" y="786"/>
                    <a:pt x="602" y="792"/>
                    <a:pt x="602" y="797"/>
                  </a:cubicBezTo>
                  <a:lnTo>
                    <a:pt x="602" y="797"/>
                  </a:lnTo>
                  <a:close/>
                  <a:moveTo>
                    <a:pt x="554" y="1004"/>
                  </a:moveTo>
                  <a:lnTo>
                    <a:pt x="837" y="1004"/>
                  </a:lnTo>
                  <a:cubicBezTo>
                    <a:pt x="843" y="1004"/>
                    <a:pt x="846" y="1001"/>
                    <a:pt x="846" y="992"/>
                  </a:cubicBezTo>
                  <a:lnTo>
                    <a:pt x="846" y="981"/>
                  </a:lnTo>
                  <a:cubicBezTo>
                    <a:pt x="846" y="975"/>
                    <a:pt x="843" y="969"/>
                    <a:pt x="837" y="969"/>
                  </a:cubicBezTo>
                  <a:lnTo>
                    <a:pt x="554" y="969"/>
                  </a:lnTo>
                  <a:cubicBezTo>
                    <a:pt x="548" y="969"/>
                    <a:pt x="542" y="975"/>
                    <a:pt x="542" y="981"/>
                  </a:cubicBezTo>
                  <a:lnTo>
                    <a:pt x="542" y="992"/>
                  </a:lnTo>
                  <a:cubicBezTo>
                    <a:pt x="542" y="1001"/>
                    <a:pt x="548" y="1004"/>
                    <a:pt x="554" y="1004"/>
                  </a:cubicBezTo>
                  <a:lnTo>
                    <a:pt x="554" y="1004"/>
                  </a:lnTo>
                  <a:close/>
                  <a:moveTo>
                    <a:pt x="981" y="746"/>
                  </a:moveTo>
                  <a:lnTo>
                    <a:pt x="1012" y="757"/>
                  </a:lnTo>
                  <a:lnTo>
                    <a:pt x="1004" y="723"/>
                  </a:lnTo>
                  <a:lnTo>
                    <a:pt x="1024" y="694"/>
                  </a:lnTo>
                  <a:lnTo>
                    <a:pt x="989" y="694"/>
                  </a:lnTo>
                  <a:lnTo>
                    <a:pt x="969" y="665"/>
                  </a:lnTo>
                  <a:lnTo>
                    <a:pt x="958" y="700"/>
                  </a:lnTo>
                  <a:lnTo>
                    <a:pt x="923" y="708"/>
                  </a:lnTo>
                  <a:lnTo>
                    <a:pt x="952" y="731"/>
                  </a:lnTo>
                  <a:lnTo>
                    <a:pt x="952" y="766"/>
                  </a:lnTo>
                  <a:lnTo>
                    <a:pt x="981" y="746"/>
                  </a:lnTo>
                  <a:lnTo>
                    <a:pt x="981" y="746"/>
                  </a:lnTo>
                  <a:close/>
                  <a:moveTo>
                    <a:pt x="926" y="588"/>
                  </a:moveTo>
                  <a:lnTo>
                    <a:pt x="961" y="599"/>
                  </a:lnTo>
                  <a:lnTo>
                    <a:pt x="949" y="568"/>
                  </a:lnTo>
                  <a:lnTo>
                    <a:pt x="969" y="539"/>
                  </a:lnTo>
                  <a:lnTo>
                    <a:pt x="935" y="539"/>
                  </a:lnTo>
                  <a:lnTo>
                    <a:pt x="915" y="511"/>
                  </a:lnTo>
                  <a:lnTo>
                    <a:pt x="903" y="545"/>
                  </a:lnTo>
                  <a:lnTo>
                    <a:pt x="869" y="554"/>
                  </a:lnTo>
                  <a:lnTo>
                    <a:pt x="898" y="574"/>
                  </a:lnTo>
                  <a:lnTo>
                    <a:pt x="898" y="611"/>
                  </a:lnTo>
                  <a:lnTo>
                    <a:pt x="926" y="588"/>
                  </a:lnTo>
                  <a:lnTo>
                    <a:pt x="926" y="588"/>
                  </a:lnTo>
                  <a:close/>
                  <a:moveTo>
                    <a:pt x="1388" y="508"/>
                  </a:moveTo>
                  <a:lnTo>
                    <a:pt x="1388" y="505"/>
                  </a:lnTo>
                  <a:cubicBezTo>
                    <a:pt x="1385" y="499"/>
                    <a:pt x="1382" y="493"/>
                    <a:pt x="1376" y="488"/>
                  </a:cubicBezTo>
                  <a:lnTo>
                    <a:pt x="1371" y="485"/>
                  </a:lnTo>
                  <a:cubicBezTo>
                    <a:pt x="1331" y="470"/>
                    <a:pt x="1325" y="459"/>
                    <a:pt x="1316" y="439"/>
                  </a:cubicBezTo>
                  <a:cubicBezTo>
                    <a:pt x="1308" y="424"/>
                    <a:pt x="1296" y="402"/>
                    <a:pt x="1270" y="376"/>
                  </a:cubicBezTo>
                  <a:cubicBezTo>
                    <a:pt x="1207" y="313"/>
                    <a:pt x="1133" y="327"/>
                    <a:pt x="1104" y="336"/>
                  </a:cubicBezTo>
                  <a:cubicBezTo>
                    <a:pt x="1061" y="313"/>
                    <a:pt x="1021" y="313"/>
                    <a:pt x="989" y="321"/>
                  </a:cubicBezTo>
                  <a:cubicBezTo>
                    <a:pt x="989" y="290"/>
                    <a:pt x="978" y="252"/>
                    <a:pt x="941" y="221"/>
                  </a:cubicBezTo>
                  <a:cubicBezTo>
                    <a:pt x="941" y="186"/>
                    <a:pt x="929" y="112"/>
                    <a:pt x="852" y="72"/>
                  </a:cubicBezTo>
                  <a:cubicBezTo>
                    <a:pt x="817" y="54"/>
                    <a:pt x="794" y="52"/>
                    <a:pt x="777" y="49"/>
                  </a:cubicBezTo>
                  <a:cubicBezTo>
                    <a:pt x="754" y="46"/>
                    <a:pt x="743" y="46"/>
                    <a:pt x="717" y="11"/>
                  </a:cubicBezTo>
                  <a:lnTo>
                    <a:pt x="711" y="6"/>
                  </a:lnTo>
                  <a:cubicBezTo>
                    <a:pt x="708" y="3"/>
                    <a:pt x="703" y="3"/>
                    <a:pt x="700" y="0"/>
                  </a:cubicBezTo>
                  <a:lnTo>
                    <a:pt x="691" y="0"/>
                  </a:lnTo>
                  <a:lnTo>
                    <a:pt x="685" y="3"/>
                  </a:lnTo>
                  <a:lnTo>
                    <a:pt x="683" y="3"/>
                  </a:lnTo>
                  <a:lnTo>
                    <a:pt x="680" y="6"/>
                  </a:lnTo>
                  <a:lnTo>
                    <a:pt x="677" y="6"/>
                  </a:lnTo>
                  <a:lnTo>
                    <a:pt x="674" y="9"/>
                  </a:lnTo>
                  <a:lnTo>
                    <a:pt x="674" y="11"/>
                  </a:lnTo>
                  <a:cubicBezTo>
                    <a:pt x="645" y="46"/>
                    <a:pt x="634" y="46"/>
                    <a:pt x="614" y="49"/>
                  </a:cubicBezTo>
                  <a:cubicBezTo>
                    <a:pt x="594" y="52"/>
                    <a:pt x="571" y="54"/>
                    <a:pt x="536" y="72"/>
                  </a:cubicBezTo>
                  <a:cubicBezTo>
                    <a:pt x="459" y="112"/>
                    <a:pt x="450" y="186"/>
                    <a:pt x="448" y="221"/>
                  </a:cubicBezTo>
                  <a:cubicBezTo>
                    <a:pt x="413" y="252"/>
                    <a:pt x="399" y="290"/>
                    <a:pt x="399" y="321"/>
                  </a:cubicBezTo>
                  <a:cubicBezTo>
                    <a:pt x="367" y="313"/>
                    <a:pt x="330" y="313"/>
                    <a:pt x="287" y="336"/>
                  </a:cubicBezTo>
                  <a:cubicBezTo>
                    <a:pt x="255" y="327"/>
                    <a:pt x="184" y="315"/>
                    <a:pt x="121" y="376"/>
                  </a:cubicBezTo>
                  <a:cubicBezTo>
                    <a:pt x="95" y="404"/>
                    <a:pt x="83" y="424"/>
                    <a:pt x="75" y="442"/>
                  </a:cubicBezTo>
                  <a:cubicBezTo>
                    <a:pt x="66" y="462"/>
                    <a:pt x="61" y="470"/>
                    <a:pt x="20" y="488"/>
                  </a:cubicBezTo>
                  <a:cubicBezTo>
                    <a:pt x="12" y="490"/>
                    <a:pt x="6" y="493"/>
                    <a:pt x="3" y="502"/>
                  </a:cubicBezTo>
                  <a:lnTo>
                    <a:pt x="3" y="511"/>
                  </a:lnTo>
                  <a:cubicBezTo>
                    <a:pt x="0" y="516"/>
                    <a:pt x="3" y="522"/>
                    <a:pt x="6" y="528"/>
                  </a:cubicBezTo>
                  <a:cubicBezTo>
                    <a:pt x="29" y="565"/>
                    <a:pt x="29" y="574"/>
                    <a:pt x="23" y="597"/>
                  </a:cubicBezTo>
                  <a:cubicBezTo>
                    <a:pt x="20" y="614"/>
                    <a:pt x="18" y="637"/>
                    <a:pt x="23" y="674"/>
                  </a:cubicBezTo>
                  <a:cubicBezTo>
                    <a:pt x="38" y="763"/>
                    <a:pt x="106" y="795"/>
                    <a:pt x="135" y="806"/>
                  </a:cubicBezTo>
                  <a:cubicBezTo>
                    <a:pt x="155" y="849"/>
                    <a:pt x="187" y="872"/>
                    <a:pt x="218" y="883"/>
                  </a:cubicBezTo>
                  <a:cubicBezTo>
                    <a:pt x="198" y="909"/>
                    <a:pt x="187" y="947"/>
                    <a:pt x="195" y="995"/>
                  </a:cubicBezTo>
                  <a:cubicBezTo>
                    <a:pt x="178" y="1021"/>
                    <a:pt x="144" y="1087"/>
                    <a:pt x="184" y="1167"/>
                  </a:cubicBezTo>
                  <a:cubicBezTo>
                    <a:pt x="201" y="1199"/>
                    <a:pt x="218" y="1216"/>
                    <a:pt x="230" y="1230"/>
                  </a:cubicBezTo>
                  <a:cubicBezTo>
                    <a:pt x="247" y="1245"/>
                    <a:pt x="253" y="1253"/>
                    <a:pt x="255" y="1296"/>
                  </a:cubicBezTo>
                  <a:cubicBezTo>
                    <a:pt x="255" y="1299"/>
                    <a:pt x="258" y="1305"/>
                    <a:pt x="258" y="1308"/>
                  </a:cubicBezTo>
                  <a:lnTo>
                    <a:pt x="261" y="1311"/>
                  </a:lnTo>
                  <a:cubicBezTo>
                    <a:pt x="267" y="1319"/>
                    <a:pt x="278" y="1325"/>
                    <a:pt x="290" y="1322"/>
                  </a:cubicBezTo>
                  <a:cubicBezTo>
                    <a:pt x="333" y="1311"/>
                    <a:pt x="341" y="1317"/>
                    <a:pt x="362" y="1325"/>
                  </a:cubicBezTo>
                  <a:cubicBezTo>
                    <a:pt x="379" y="1334"/>
                    <a:pt x="399" y="1345"/>
                    <a:pt x="436" y="1351"/>
                  </a:cubicBezTo>
                  <a:cubicBezTo>
                    <a:pt x="525" y="1365"/>
                    <a:pt x="577" y="1311"/>
                    <a:pt x="597" y="1285"/>
                  </a:cubicBezTo>
                  <a:cubicBezTo>
                    <a:pt x="645" y="1279"/>
                    <a:pt x="677" y="1256"/>
                    <a:pt x="697" y="1228"/>
                  </a:cubicBezTo>
                  <a:cubicBezTo>
                    <a:pt x="714" y="1256"/>
                    <a:pt x="746" y="1279"/>
                    <a:pt x="794" y="1282"/>
                  </a:cubicBezTo>
                  <a:cubicBezTo>
                    <a:pt x="815" y="1308"/>
                    <a:pt x="866" y="1362"/>
                    <a:pt x="955" y="1351"/>
                  </a:cubicBezTo>
                  <a:cubicBezTo>
                    <a:pt x="992" y="1345"/>
                    <a:pt x="1012" y="1334"/>
                    <a:pt x="1027" y="1325"/>
                  </a:cubicBezTo>
                  <a:cubicBezTo>
                    <a:pt x="1047" y="1314"/>
                    <a:pt x="1058" y="1308"/>
                    <a:pt x="1098" y="1319"/>
                  </a:cubicBezTo>
                  <a:cubicBezTo>
                    <a:pt x="1101" y="1319"/>
                    <a:pt x="1104" y="1322"/>
                    <a:pt x="1107" y="1322"/>
                  </a:cubicBezTo>
                  <a:cubicBezTo>
                    <a:pt x="1110" y="1322"/>
                    <a:pt x="1113" y="1319"/>
                    <a:pt x="1116" y="1319"/>
                  </a:cubicBezTo>
                  <a:lnTo>
                    <a:pt x="1121" y="1319"/>
                  </a:lnTo>
                  <a:lnTo>
                    <a:pt x="1121" y="1317"/>
                  </a:lnTo>
                  <a:lnTo>
                    <a:pt x="1124" y="1317"/>
                  </a:lnTo>
                  <a:lnTo>
                    <a:pt x="1124" y="1314"/>
                  </a:lnTo>
                  <a:lnTo>
                    <a:pt x="1127" y="1314"/>
                  </a:lnTo>
                  <a:lnTo>
                    <a:pt x="1130" y="1311"/>
                  </a:lnTo>
                  <a:lnTo>
                    <a:pt x="1130" y="1308"/>
                  </a:lnTo>
                  <a:lnTo>
                    <a:pt x="1133" y="1305"/>
                  </a:lnTo>
                  <a:lnTo>
                    <a:pt x="1133" y="1302"/>
                  </a:lnTo>
                  <a:lnTo>
                    <a:pt x="1136" y="1296"/>
                  </a:lnTo>
                  <a:cubicBezTo>
                    <a:pt x="1136" y="1251"/>
                    <a:pt x="1144" y="1245"/>
                    <a:pt x="1161" y="1228"/>
                  </a:cubicBezTo>
                  <a:cubicBezTo>
                    <a:pt x="1173" y="1216"/>
                    <a:pt x="1190" y="1199"/>
                    <a:pt x="1207" y="1164"/>
                  </a:cubicBezTo>
                  <a:cubicBezTo>
                    <a:pt x="1247" y="1087"/>
                    <a:pt x="1213" y="1021"/>
                    <a:pt x="1193" y="992"/>
                  </a:cubicBezTo>
                  <a:cubicBezTo>
                    <a:pt x="1204" y="947"/>
                    <a:pt x="1193" y="909"/>
                    <a:pt x="1173" y="883"/>
                  </a:cubicBezTo>
                  <a:cubicBezTo>
                    <a:pt x="1204" y="872"/>
                    <a:pt x="1236" y="849"/>
                    <a:pt x="1256" y="806"/>
                  </a:cubicBezTo>
                  <a:cubicBezTo>
                    <a:pt x="1285" y="795"/>
                    <a:pt x="1353" y="760"/>
                    <a:pt x="1368" y="674"/>
                  </a:cubicBezTo>
                  <a:cubicBezTo>
                    <a:pt x="1374" y="637"/>
                    <a:pt x="1368" y="614"/>
                    <a:pt x="1365" y="597"/>
                  </a:cubicBezTo>
                  <a:cubicBezTo>
                    <a:pt x="1362" y="574"/>
                    <a:pt x="1359" y="562"/>
                    <a:pt x="1385" y="528"/>
                  </a:cubicBezTo>
                  <a:lnTo>
                    <a:pt x="1388" y="522"/>
                  </a:lnTo>
                  <a:lnTo>
                    <a:pt x="1388" y="511"/>
                  </a:lnTo>
                  <a:lnTo>
                    <a:pt x="1388" y="508"/>
                  </a:lnTo>
                  <a:close/>
                  <a:moveTo>
                    <a:pt x="493" y="252"/>
                  </a:moveTo>
                  <a:cubicBezTo>
                    <a:pt x="499" y="247"/>
                    <a:pt x="505" y="238"/>
                    <a:pt x="502" y="229"/>
                  </a:cubicBezTo>
                  <a:cubicBezTo>
                    <a:pt x="502" y="227"/>
                    <a:pt x="496" y="155"/>
                    <a:pt x="562" y="120"/>
                  </a:cubicBezTo>
                  <a:cubicBezTo>
                    <a:pt x="588" y="109"/>
                    <a:pt x="605" y="106"/>
                    <a:pt x="620" y="103"/>
                  </a:cubicBezTo>
                  <a:cubicBezTo>
                    <a:pt x="648" y="100"/>
                    <a:pt x="668" y="95"/>
                    <a:pt x="694" y="69"/>
                  </a:cubicBezTo>
                  <a:cubicBezTo>
                    <a:pt x="723" y="95"/>
                    <a:pt x="743" y="100"/>
                    <a:pt x="769" y="103"/>
                  </a:cubicBezTo>
                  <a:cubicBezTo>
                    <a:pt x="786" y="106"/>
                    <a:pt x="800" y="109"/>
                    <a:pt x="826" y="120"/>
                  </a:cubicBezTo>
                  <a:cubicBezTo>
                    <a:pt x="892" y="155"/>
                    <a:pt x="886" y="227"/>
                    <a:pt x="886" y="229"/>
                  </a:cubicBezTo>
                  <a:cubicBezTo>
                    <a:pt x="886" y="238"/>
                    <a:pt x="889" y="247"/>
                    <a:pt x="898" y="252"/>
                  </a:cubicBezTo>
                  <a:cubicBezTo>
                    <a:pt x="946" y="293"/>
                    <a:pt x="938" y="338"/>
                    <a:pt x="926" y="359"/>
                  </a:cubicBezTo>
                  <a:cubicBezTo>
                    <a:pt x="860" y="315"/>
                    <a:pt x="780" y="290"/>
                    <a:pt x="694" y="290"/>
                  </a:cubicBezTo>
                  <a:cubicBezTo>
                    <a:pt x="608" y="290"/>
                    <a:pt x="528" y="315"/>
                    <a:pt x="462" y="359"/>
                  </a:cubicBezTo>
                  <a:cubicBezTo>
                    <a:pt x="453" y="336"/>
                    <a:pt x="445" y="293"/>
                    <a:pt x="493" y="252"/>
                  </a:cubicBezTo>
                  <a:lnTo>
                    <a:pt x="493" y="252"/>
                  </a:lnTo>
                  <a:close/>
                  <a:moveTo>
                    <a:pt x="181" y="774"/>
                  </a:moveTo>
                  <a:cubicBezTo>
                    <a:pt x="178" y="766"/>
                    <a:pt x="169" y="757"/>
                    <a:pt x="161" y="757"/>
                  </a:cubicBezTo>
                  <a:cubicBezTo>
                    <a:pt x="158" y="757"/>
                    <a:pt x="89" y="740"/>
                    <a:pt x="78" y="665"/>
                  </a:cubicBezTo>
                  <a:cubicBezTo>
                    <a:pt x="72" y="640"/>
                    <a:pt x="75" y="622"/>
                    <a:pt x="78" y="605"/>
                  </a:cubicBezTo>
                  <a:cubicBezTo>
                    <a:pt x="83" y="579"/>
                    <a:pt x="83" y="559"/>
                    <a:pt x="69" y="525"/>
                  </a:cubicBezTo>
                  <a:cubicBezTo>
                    <a:pt x="101" y="508"/>
                    <a:pt x="112" y="488"/>
                    <a:pt x="124" y="465"/>
                  </a:cubicBezTo>
                  <a:cubicBezTo>
                    <a:pt x="132" y="450"/>
                    <a:pt x="138" y="436"/>
                    <a:pt x="158" y="416"/>
                  </a:cubicBezTo>
                  <a:cubicBezTo>
                    <a:pt x="210" y="364"/>
                    <a:pt x="278" y="390"/>
                    <a:pt x="281" y="393"/>
                  </a:cubicBezTo>
                  <a:cubicBezTo>
                    <a:pt x="287" y="396"/>
                    <a:pt x="298" y="396"/>
                    <a:pt x="307" y="390"/>
                  </a:cubicBezTo>
                  <a:cubicBezTo>
                    <a:pt x="359" y="356"/>
                    <a:pt x="396" y="376"/>
                    <a:pt x="413" y="393"/>
                  </a:cubicBezTo>
                  <a:cubicBezTo>
                    <a:pt x="319" y="473"/>
                    <a:pt x="255" y="594"/>
                    <a:pt x="255" y="729"/>
                  </a:cubicBezTo>
                  <a:cubicBezTo>
                    <a:pt x="255" y="766"/>
                    <a:pt x="261" y="800"/>
                    <a:pt x="270" y="835"/>
                  </a:cubicBezTo>
                  <a:cubicBezTo>
                    <a:pt x="244" y="838"/>
                    <a:pt x="201" y="832"/>
                    <a:pt x="181" y="774"/>
                  </a:cubicBezTo>
                  <a:lnTo>
                    <a:pt x="181" y="774"/>
                  </a:lnTo>
                  <a:close/>
                  <a:moveTo>
                    <a:pt x="579" y="1230"/>
                  </a:moveTo>
                  <a:cubicBezTo>
                    <a:pt x="571" y="1230"/>
                    <a:pt x="562" y="1236"/>
                    <a:pt x="556" y="1245"/>
                  </a:cubicBezTo>
                  <a:cubicBezTo>
                    <a:pt x="556" y="1248"/>
                    <a:pt x="516" y="1308"/>
                    <a:pt x="445" y="1296"/>
                  </a:cubicBezTo>
                  <a:cubicBezTo>
                    <a:pt x="416" y="1294"/>
                    <a:pt x="402" y="1285"/>
                    <a:pt x="387" y="1276"/>
                  </a:cubicBezTo>
                  <a:cubicBezTo>
                    <a:pt x="364" y="1265"/>
                    <a:pt x="344" y="1256"/>
                    <a:pt x="307" y="1262"/>
                  </a:cubicBezTo>
                  <a:cubicBezTo>
                    <a:pt x="301" y="1225"/>
                    <a:pt x="287" y="1208"/>
                    <a:pt x="267" y="1190"/>
                  </a:cubicBezTo>
                  <a:cubicBezTo>
                    <a:pt x="255" y="1179"/>
                    <a:pt x="244" y="1167"/>
                    <a:pt x="233" y="1142"/>
                  </a:cubicBezTo>
                  <a:cubicBezTo>
                    <a:pt x="198" y="1076"/>
                    <a:pt x="244" y="1021"/>
                    <a:pt x="247" y="1018"/>
                  </a:cubicBezTo>
                  <a:cubicBezTo>
                    <a:pt x="253" y="1013"/>
                    <a:pt x="255" y="1004"/>
                    <a:pt x="253" y="995"/>
                  </a:cubicBezTo>
                  <a:cubicBezTo>
                    <a:pt x="235" y="935"/>
                    <a:pt x="267" y="906"/>
                    <a:pt x="287" y="892"/>
                  </a:cubicBezTo>
                  <a:cubicBezTo>
                    <a:pt x="347" y="1044"/>
                    <a:pt x="493" y="1156"/>
                    <a:pt x="665" y="1167"/>
                  </a:cubicBezTo>
                  <a:cubicBezTo>
                    <a:pt x="660" y="1190"/>
                    <a:pt x="640" y="1228"/>
                    <a:pt x="579" y="1230"/>
                  </a:cubicBezTo>
                  <a:lnTo>
                    <a:pt x="579" y="1230"/>
                  </a:lnTo>
                  <a:close/>
                  <a:moveTo>
                    <a:pt x="694" y="1119"/>
                  </a:moveTo>
                  <a:cubicBezTo>
                    <a:pt x="479" y="1119"/>
                    <a:pt x="304" y="944"/>
                    <a:pt x="304" y="729"/>
                  </a:cubicBezTo>
                  <a:cubicBezTo>
                    <a:pt x="304" y="516"/>
                    <a:pt x="479" y="341"/>
                    <a:pt x="694" y="341"/>
                  </a:cubicBezTo>
                  <a:cubicBezTo>
                    <a:pt x="909" y="341"/>
                    <a:pt x="1081" y="516"/>
                    <a:pt x="1081" y="729"/>
                  </a:cubicBezTo>
                  <a:cubicBezTo>
                    <a:pt x="1081" y="944"/>
                    <a:pt x="909" y="1119"/>
                    <a:pt x="694" y="1119"/>
                  </a:cubicBezTo>
                  <a:lnTo>
                    <a:pt x="694" y="1119"/>
                  </a:lnTo>
                  <a:close/>
                  <a:moveTo>
                    <a:pt x="1159" y="1142"/>
                  </a:moveTo>
                  <a:cubicBezTo>
                    <a:pt x="1147" y="1164"/>
                    <a:pt x="1136" y="1176"/>
                    <a:pt x="1124" y="1187"/>
                  </a:cubicBezTo>
                  <a:cubicBezTo>
                    <a:pt x="1104" y="1208"/>
                    <a:pt x="1090" y="1225"/>
                    <a:pt x="1084" y="1262"/>
                  </a:cubicBezTo>
                  <a:cubicBezTo>
                    <a:pt x="1047" y="1256"/>
                    <a:pt x="1027" y="1265"/>
                    <a:pt x="1004" y="1276"/>
                  </a:cubicBezTo>
                  <a:cubicBezTo>
                    <a:pt x="989" y="1285"/>
                    <a:pt x="975" y="1291"/>
                    <a:pt x="946" y="1296"/>
                  </a:cubicBezTo>
                  <a:cubicBezTo>
                    <a:pt x="872" y="1308"/>
                    <a:pt x="835" y="1245"/>
                    <a:pt x="835" y="1245"/>
                  </a:cubicBezTo>
                  <a:cubicBezTo>
                    <a:pt x="829" y="1236"/>
                    <a:pt x="820" y="1230"/>
                    <a:pt x="812" y="1230"/>
                  </a:cubicBezTo>
                  <a:cubicBezTo>
                    <a:pt x="751" y="1228"/>
                    <a:pt x="731" y="1190"/>
                    <a:pt x="726" y="1167"/>
                  </a:cubicBezTo>
                  <a:cubicBezTo>
                    <a:pt x="898" y="1153"/>
                    <a:pt x="1041" y="1044"/>
                    <a:pt x="1101" y="889"/>
                  </a:cubicBezTo>
                  <a:cubicBezTo>
                    <a:pt x="1121" y="904"/>
                    <a:pt x="1156" y="932"/>
                    <a:pt x="1138" y="992"/>
                  </a:cubicBezTo>
                  <a:cubicBezTo>
                    <a:pt x="1136" y="1001"/>
                    <a:pt x="1138" y="1013"/>
                    <a:pt x="1144" y="1018"/>
                  </a:cubicBezTo>
                  <a:cubicBezTo>
                    <a:pt x="1147" y="1021"/>
                    <a:pt x="1193" y="1076"/>
                    <a:pt x="1159" y="1142"/>
                  </a:cubicBezTo>
                  <a:lnTo>
                    <a:pt x="1159" y="1142"/>
                  </a:lnTo>
                  <a:close/>
                  <a:moveTo>
                    <a:pt x="1313" y="605"/>
                  </a:moveTo>
                  <a:cubicBezTo>
                    <a:pt x="1316" y="622"/>
                    <a:pt x="1319" y="637"/>
                    <a:pt x="1313" y="665"/>
                  </a:cubicBezTo>
                  <a:cubicBezTo>
                    <a:pt x="1302" y="737"/>
                    <a:pt x="1233" y="754"/>
                    <a:pt x="1230" y="754"/>
                  </a:cubicBezTo>
                  <a:cubicBezTo>
                    <a:pt x="1219" y="757"/>
                    <a:pt x="1213" y="763"/>
                    <a:pt x="1210" y="772"/>
                  </a:cubicBezTo>
                  <a:cubicBezTo>
                    <a:pt x="1187" y="832"/>
                    <a:pt x="1144" y="838"/>
                    <a:pt x="1118" y="835"/>
                  </a:cubicBezTo>
                  <a:cubicBezTo>
                    <a:pt x="1127" y="800"/>
                    <a:pt x="1133" y="766"/>
                    <a:pt x="1133" y="729"/>
                  </a:cubicBezTo>
                  <a:cubicBezTo>
                    <a:pt x="1133" y="594"/>
                    <a:pt x="1070" y="473"/>
                    <a:pt x="975" y="393"/>
                  </a:cubicBezTo>
                  <a:cubicBezTo>
                    <a:pt x="992" y="376"/>
                    <a:pt x="1032" y="353"/>
                    <a:pt x="1084" y="387"/>
                  </a:cubicBezTo>
                  <a:cubicBezTo>
                    <a:pt x="1093" y="393"/>
                    <a:pt x="1101" y="396"/>
                    <a:pt x="1110" y="390"/>
                  </a:cubicBezTo>
                  <a:cubicBezTo>
                    <a:pt x="1113" y="390"/>
                    <a:pt x="1179" y="361"/>
                    <a:pt x="1230" y="413"/>
                  </a:cubicBezTo>
                  <a:cubicBezTo>
                    <a:pt x="1253" y="433"/>
                    <a:pt x="1259" y="450"/>
                    <a:pt x="1267" y="465"/>
                  </a:cubicBezTo>
                  <a:cubicBezTo>
                    <a:pt x="1279" y="488"/>
                    <a:pt x="1290" y="505"/>
                    <a:pt x="1322" y="525"/>
                  </a:cubicBezTo>
                  <a:cubicBezTo>
                    <a:pt x="1305" y="556"/>
                    <a:pt x="1308" y="579"/>
                    <a:pt x="1313" y="605"/>
                  </a:cubicBezTo>
                  <a:lnTo>
                    <a:pt x="1313" y="605"/>
                  </a:lnTo>
                  <a:close/>
                  <a:moveTo>
                    <a:pt x="849" y="1033"/>
                  </a:moveTo>
                  <a:lnTo>
                    <a:pt x="542" y="1033"/>
                  </a:lnTo>
                  <a:cubicBezTo>
                    <a:pt x="536" y="1033"/>
                    <a:pt x="531" y="1038"/>
                    <a:pt x="531" y="1044"/>
                  </a:cubicBezTo>
                  <a:lnTo>
                    <a:pt x="531" y="1056"/>
                  </a:lnTo>
                  <a:cubicBezTo>
                    <a:pt x="531" y="1061"/>
                    <a:pt x="536" y="1067"/>
                    <a:pt x="542" y="1067"/>
                  </a:cubicBezTo>
                  <a:lnTo>
                    <a:pt x="849" y="1067"/>
                  </a:lnTo>
                  <a:cubicBezTo>
                    <a:pt x="855" y="1067"/>
                    <a:pt x="860" y="1061"/>
                    <a:pt x="860" y="1056"/>
                  </a:cubicBezTo>
                  <a:lnTo>
                    <a:pt x="860" y="1044"/>
                  </a:lnTo>
                  <a:cubicBezTo>
                    <a:pt x="860" y="1038"/>
                    <a:pt x="855" y="1033"/>
                    <a:pt x="849" y="1033"/>
                  </a:cubicBezTo>
                  <a:lnTo>
                    <a:pt x="849" y="1033"/>
                  </a:lnTo>
                  <a:close/>
                  <a:moveTo>
                    <a:pt x="571" y="944"/>
                  </a:moveTo>
                  <a:lnTo>
                    <a:pt x="820" y="944"/>
                  </a:lnTo>
                  <a:cubicBezTo>
                    <a:pt x="826" y="944"/>
                    <a:pt x="829" y="938"/>
                    <a:pt x="829" y="932"/>
                  </a:cubicBezTo>
                  <a:lnTo>
                    <a:pt x="829" y="921"/>
                  </a:lnTo>
                  <a:cubicBezTo>
                    <a:pt x="829" y="915"/>
                    <a:pt x="826" y="909"/>
                    <a:pt x="820" y="909"/>
                  </a:cubicBezTo>
                  <a:lnTo>
                    <a:pt x="571" y="909"/>
                  </a:lnTo>
                  <a:cubicBezTo>
                    <a:pt x="565" y="909"/>
                    <a:pt x="559" y="915"/>
                    <a:pt x="559" y="921"/>
                  </a:cubicBezTo>
                  <a:lnTo>
                    <a:pt x="559" y="932"/>
                  </a:lnTo>
                  <a:cubicBezTo>
                    <a:pt x="559" y="938"/>
                    <a:pt x="565" y="944"/>
                    <a:pt x="571" y="944"/>
                  </a:cubicBezTo>
                  <a:lnTo>
                    <a:pt x="571" y="944"/>
                  </a:lnTo>
                  <a:close/>
                  <a:moveTo>
                    <a:pt x="574" y="502"/>
                  </a:moveTo>
                  <a:lnTo>
                    <a:pt x="608" y="490"/>
                  </a:lnTo>
                  <a:lnTo>
                    <a:pt x="637" y="511"/>
                  </a:lnTo>
                  <a:lnTo>
                    <a:pt x="637" y="476"/>
                  </a:lnTo>
                  <a:lnTo>
                    <a:pt x="665" y="453"/>
                  </a:lnTo>
                  <a:lnTo>
                    <a:pt x="631" y="445"/>
                  </a:lnTo>
                  <a:lnTo>
                    <a:pt x="620" y="410"/>
                  </a:lnTo>
                  <a:lnTo>
                    <a:pt x="599" y="439"/>
                  </a:lnTo>
                  <a:lnTo>
                    <a:pt x="562" y="439"/>
                  </a:lnTo>
                  <a:lnTo>
                    <a:pt x="585" y="468"/>
                  </a:lnTo>
                  <a:lnTo>
                    <a:pt x="574" y="502"/>
                  </a:lnTo>
                  <a:lnTo>
                    <a:pt x="574" y="502"/>
                  </a:lnTo>
                  <a:close/>
                  <a:moveTo>
                    <a:pt x="488" y="545"/>
                  </a:moveTo>
                  <a:lnTo>
                    <a:pt x="476" y="511"/>
                  </a:lnTo>
                  <a:lnTo>
                    <a:pt x="456" y="539"/>
                  </a:lnTo>
                  <a:lnTo>
                    <a:pt x="422" y="539"/>
                  </a:lnTo>
                  <a:lnTo>
                    <a:pt x="442" y="568"/>
                  </a:lnTo>
                  <a:lnTo>
                    <a:pt x="433" y="599"/>
                  </a:lnTo>
                  <a:lnTo>
                    <a:pt x="465" y="588"/>
                  </a:lnTo>
                  <a:lnTo>
                    <a:pt x="493" y="611"/>
                  </a:lnTo>
                  <a:lnTo>
                    <a:pt x="493" y="574"/>
                  </a:lnTo>
                  <a:lnTo>
                    <a:pt x="522" y="554"/>
                  </a:lnTo>
                  <a:lnTo>
                    <a:pt x="488" y="545"/>
                  </a:lnTo>
                  <a:lnTo>
                    <a:pt x="488" y="545"/>
                  </a:lnTo>
                  <a:close/>
                  <a:moveTo>
                    <a:pt x="436" y="700"/>
                  </a:moveTo>
                  <a:lnTo>
                    <a:pt x="425" y="665"/>
                  </a:lnTo>
                  <a:lnTo>
                    <a:pt x="405" y="694"/>
                  </a:lnTo>
                  <a:lnTo>
                    <a:pt x="367" y="694"/>
                  </a:lnTo>
                  <a:lnTo>
                    <a:pt x="390" y="723"/>
                  </a:lnTo>
                  <a:lnTo>
                    <a:pt x="379" y="757"/>
                  </a:lnTo>
                  <a:lnTo>
                    <a:pt x="413" y="746"/>
                  </a:lnTo>
                  <a:lnTo>
                    <a:pt x="442" y="766"/>
                  </a:lnTo>
                  <a:lnTo>
                    <a:pt x="442" y="731"/>
                  </a:lnTo>
                  <a:lnTo>
                    <a:pt x="470" y="708"/>
                  </a:lnTo>
                  <a:lnTo>
                    <a:pt x="436" y="700"/>
                  </a:lnTo>
                  <a:lnTo>
                    <a:pt x="436" y="70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D3F36EC-6D1C-4399-B53F-8DDD8EC052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89599" y="7360464"/>
              <a:ext cx="2497138" cy="796925"/>
            </a:xfrm>
            <a:custGeom>
              <a:avLst/>
              <a:gdLst>
                <a:gd name="T0" fmla="*/ 356 w 3555"/>
                <a:gd name="T1" fmla="*/ 20 h 1133"/>
                <a:gd name="T2" fmla="*/ 0 w 3555"/>
                <a:gd name="T3" fmla="*/ 20 h 1133"/>
                <a:gd name="T4" fmla="*/ 72 w 3555"/>
                <a:gd name="T5" fmla="*/ 146 h 1133"/>
                <a:gd name="T6" fmla="*/ 72 w 3555"/>
                <a:gd name="T7" fmla="*/ 1110 h 1133"/>
                <a:gd name="T8" fmla="*/ 356 w 3555"/>
                <a:gd name="T9" fmla="*/ 1110 h 1133"/>
                <a:gd name="T10" fmla="*/ 356 w 3555"/>
                <a:gd name="T11" fmla="*/ 20 h 1133"/>
                <a:gd name="T12" fmla="*/ 367 w 3555"/>
                <a:gd name="T13" fmla="*/ 470 h 1133"/>
                <a:gd name="T14" fmla="*/ 852 w 3555"/>
                <a:gd name="T15" fmla="*/ 1116 h 1133"/>
                <a:gd name="T16" fmla="*/ 1184 w 3555"/>
                <a:gd name="T17" fmla="*/ 1116 h 1133"/>
                <a:gd name="T18" fmla="*/ 674 w 3555"/>
                <a:gd name="T19" fmla="*/ 470 h 1133"/>
                <a:gd name="T20" fmla="*/ 1161 w 3555"/>
                <a:gd name="T21" fmla="*/ 17 h 1133"/>
                <a:gd name="T22" fmla="*/ 872 w 3555"/>
                <a:gd name="T23" fmla="*/ 17 h 1133"/>
                <a:gd name="T24" fmla="*/ 370 w 3555"/>
                <a:gd name="T25" fmla="*/ 464 h 1133"/>
                <a:gd name="T26" fmla="*/ 367 w 3555"/>
                <a:gd name="T27" fmla="*/ 470 h 1133"/>
                <a:gd name="T28" fmla="*/ 3555 w 3555"/>
                <a:gd name="T29" fmla="*/ 1110 h 1133"/>
                <a:gd name="T30" fmla="*/ 3555 w 3555"/>
                <a:gd name="T31" fmla="*/ 20 h 1133"/>
                <a:gd name="T32" fmla="*/ 3271 w 3555"/>
                <a:gd name="T33" fmla="*/ 20 h 1133"/>
                <a:gd name="T34" fmla="*/ 3271 w 3555"/>
                <a:gd name="T35" fmla="*/ 932 h 1133"/>
                <a:gd name="T36" fmla="*/ 2939 w 3555"/>
                <a:gd name="T37" fmla="*/ 932 h 1133"/>
                <a:gd name="T38" fmla="*/ 2844 w 3555"/>
                <a:gd name="T39" fmla="*/ 817 h 1133"/>
                <a:gd name="T40" fmla="*/ 2844 w 3555"/>
                <a:gd name="T41" fmla="*/ 20 h 1133"/>
                <a:gd name="T42" fmla="*/ 2492 w 3555"/>
                <a:gd name="T43" fmla="*/ 20 h 1133"/>
                <a:gd name="T44" fmla="*/ 2566 w 3555"/>
                <a:gd name="T45" fmla="*/ 140 h 1133"/>
                <a:gd name="T46" fmla="*/ 2566 w 3555"/>
                <a:gd name="T47" fmla="*/ 774 h 1133"/>
                <a:gd name="T48" fmla="*/ 2864 w 3555"/>
                <a:gd name="T49" fmla="*/ 1110 h 1133"/>
                <a:gd name="T50" fmla="*/ 3555 w 3555"/>
                <a:gd name="T51" fmla="*/ 1110 h 1133"/>
                <a:gd name="T52" fmla="*/ 3555 w 3555"/>
                <a:gd name="T53" fmla="*/ 1110 h 1133"/>
                <a:gd name="T54" fmla="*/ 2016 w 3555"/>
                <a:gd name="T55" fmla="*/ 1110 h 1133"/>
                <a:gd name="T56" fmla="*/ 2302 w 3555"/>
                <a:gd name="T57" fmla="*/ 1110 h 1133"/>
                <a:gd name="T58" fmla="*/ 2302 w 3555"/>
                <a:gd name="T59" fmla="*/ 353 h 1133"/>
                <a:gd name="T60" fmla="*/ 2001 w 3555"/>
                <a:gd name="T61" fmla="*/ 17 h 1133"/>
                <a:gd name="T62" fmla="*/ 1236 w 3555"/>
                <a:gd name="T63" fmla="*/ 17 h 1133"/>
                <a:gd name="T64" fmla="*/ 1305 w 3555"/>
                <a:gd name="T65" fmla="*/ 140 h 1133"/>
                <a:gd name="T66" fmla="*/ 1305 w 3555"/>
                <a:gd name="T67" fmla="*/ 1110 h 1133"/>
                <a:gd name="T68" fmla="*/ 1589 w 3555"/>
                <a:gd name="T69" fmla="*/ 1110 h 1133"/>
                <a:gd name="T70" fmla="*/ 1589 w 3555"/>
                <a:gd name="T71" fmla="*/ 198 h 1133"/>
                <a:gd name="T72" fmla="*/ 1921 w 3555"/>
                <a:gd name="T73" fmla="*/ 198 h 1133"/>
                <a:gd name="T74" fmla="*/ 2016 w 3555"/>
                <a:gd name="T75" fmla="*/ 310 h 1133"/>
                <a:gd name="T76" fmla="*/ 2016 w 3555"/>
                <a:gd name="T77" fmla="*/ 111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55" h="1133">
                  <a:moveTo>
                    <a:pt x="356" y="20"/>
                  </a:moveTo>
                  <a:lnTo>
                    <a:pt x="0" y="20"/>
                  </a:lnTo>
                  <a:cubicBezTo>
                    <a:pt x="0" y="20"/>
                    <a:pt x="72" y="34"/>
                    <a:pt x="72" y="146"/>
                  </a:cubicBezTo>
                  <a:lnTo>
                    <a:pt x="72" y="1110"/>
                  </a:lnTo>
                  <a:lnTo>
                    <a:pt x="356" y="1110"/>
                  </a:lnTo>
                  <a:lnTo>
                    <a:pt x="356" y="20"/>
                  </a:lnTo>
                  <a:close/>
                  <a:moveTo>
                    <a:pt x="367" y="470"/>
                  </a:moveTo>
                  <a:lnTo>
                    <a:pt x="852" y="1116"/>
                  </a:lnTo>
                  <a:lnTo>
                    <a:pt x="1184" y="1116"/>
                  </a:lnTo>
                  <a:lnTo>
                    <a:pt x="674" y="470"/>
                  </a:lnTo>
                  <a:lnTo>
                    <a:pt x="1161" y="17"/>
                  </a:lnTo>
                  <a:lnTo>
                    <a:pt x="872" y="17"/>
                  </a:lnTo>
                  <a:lnTo>
                    <a:pt x="370" y="464"/>
                  </a:lnTo>
                  <a:lnTo>
                    <a:pt x="367" y="470"/>
                  </a:lnTo>
                  <a:close/>
                  <a:moveTo>
                    <a:pt x="3555" y="1110"/>
                  </a:moveTo>
                  <a:lnTo>
                    <a:pt x="3555" y="20"/>
                  </a:lnTo>
                  <a:lnTo>
                    <a:pt x="3271" y="20"/>
                  </a:lnTo>
                  <a:lnTo>
                    <a:pt x="3271" y="932"/>
                  </a:lnTo>
                  <a:lnTo>
                    <a:pt x="2939" y="932"/>
                  </a:lnTo>
                  <a:cubicBezTo>
                    <a:pt x="2907" y="932"/>
                    <a:pt x="2844" y="909"/>
                    <a:pt x="2844" y="817"/>
                  </a:cubicBezTo>
                  <a:lnTo>
                    <a:pt x="2844" y="20"/>
                  </a:lnTo>
                  <a:lnTo>
                    <a:pt x="2492" y="20"/>
                  </a:lnTo>
                  <a:cubicBezTo>
                    <a:pt x="2492" y="20"/>
                    <a:pt x="2566" y="34"/>
                    <a:pt x="2566" y="140"/>
                  </a:cubicBezTo>
                  <a:lnTo>
                    <a:pt x="2566" y="774"/>
                  </a:lnTo>
                  <a:cubicBezTo>
                    <a:pt x="2566" y="1133"/>
                    <a:pt x="2864" y="1110"/>
                    <a:pt x="2864" y="1110"/>
                  </a:cubicBezTo>
                  <a:lnTo>
                    <a:pt x="3555" y="1110"/>
                  </a:lnTo>
                  <a:lnTo>
                    <a:pt x="3555" y="1110"/>
                  </a:lnTo>
                  <a:close/>
                  <a:moveTo>
                    <a:pt x="2016" y="1110"/>
                  </a:moveTo>
                  <a:lnTo>
                    <a:pt x="2302" y="1110"/>
                  </a:lnTo>
                  <a:lnTo>
                    <a:pt x="2302" y="353"/>
                  </a:lnTo>
                  <a:cubicBezTo>
                    <a:pt x="2302" y="0"/>
                    <a:pt x="2030" y="20"/>
                    <a:pt x="2001" y="17"/>
                  </a:cubicBezTo>
                  <a:lnTo>
                    <a:pt x="1236" y="17"/>
                  </a:lnTo>
                  <a:cubicBezTo>
                    <a:pt x="1236" y="17"/>
                    <a:pt x="1305" y="43"/>
                    <a:pt x="1305" y="140"/>
                  </a:cubicBezTo>
                  <a:lnTo>
                    <a:pt x="1305" y="1110"/>
                  </a:lnTo>
                  <a:lnTo>
                    <a:pt x="1589" y="1110"/>
                  </a:lnTo>
                  <a:lnTo>
                    <a:pt x="1589" y="198"/>
                  </a:lnTo>
                  <a:lnTo>
                    <a:pt x="1921" y="198"/>
                  </a:lnTo>
                  <a:cubicBezTo>
                    <a:pt x="1953" y="198"/>
                    <a:pt x="2016" y="221"/>
                    <a:pt x="2016" y="310"/>
                  </a:cubicBezTo>
                  <a:lnTo>
                    <a:pt x="2016" y="111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51F148-B35D-4A91-A55E-3175E26DA604}"/>
              </a:ext>
            </a:extLst>
          </p:cNvPr>
          <p:cNvSpPr/>
          <p:nvPr userDrawn="1"/>
        </p:nvSpPr>
        <p:spPr>
          <a:xfrm>
            <a:off x="0" y="512676"/>
            <a:ext cx="12192000" cy="6345324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5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pexels.com/ko-kr/photo/3d-3-d-17509939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inkedin.com/posts/shivarajmahajansm_mechanicalengineering-designengineering-activity-7384245823699857409-eul2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hyperlink" Target="https://iopscience.iop.org/article/10.1088/2631-8695/ad51c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E6CFBAB-F086-4D11-95FA-FAF5D6F59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E18C0E-9D73-4B6B-BE0B-566045B875DD}"/>
              </a:ext>
            </a:extLst>
          </p:cNvPr>
          <p:cNvSpPr/>
          <p:nvPr/>
        </p:nvSpPr>
        <p:spPr>
          <a:xfrm>
            <a:off x="-16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35000"/>
                </a:schemeClr>
              </a:gs>
              <a:gs pos="55000">
                <a:schemeClr val="tx1">
                  <a:alpha val="60000"/>
                </a:schemeClr>
              </a:gs>
              <a:gs pos="100000">
                <a:schemeClr val="tx1">
                  <a:alpha val="35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DFABFB5-9E6C-48BC-8C2B-A0A72E996BAA}"/>
              </a:ext>
            </a:extLst>
          </p:cNvPr>
          <p:cNvGrpSpPr/>
          <p:nvPr/>
        </p:nvGrpSpPr>
        <p:grpSpPr>
          <a:xfrm>
            <a:off x="866941" y="2000111"/>
            <a:ext cx="10458085" cy="4190741"/>
            <a:chOff x="1543486" y="2643105"/>
            <a:chExt cx="10458085" cy="419074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BE03A0-307D-49C6-A297-3795E364F082}"/>
                </a:ext>
              </a:extLst>
            </p:cNvPr>
            <p:cNvSpPr txBox="1"/>
            <p:nvPr/>
          </p:nvSpPr>
          <p:spPr>
            <a:xfrm>
              <a:off x="1543486" y="2643105"/>
              <a:ext cx="10458085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  <a:buNone/>
              </a:pPr>
              <a:r>
                <a:rPr lang="ko-KR" altLang="en-US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조선일보명조" panose="02030304000000000000" pitchFamily="18" charset="-127"/>
                </a:rPr>
                <a:t>컴퓨팅 사고와 </a:t>
              </a:r>
              <a:r>
                <a:rPr lang="en-US" altLang="ko-KR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Angsana New" panose="020B0502040204020203" pitchFamily="18" charset="-34"/>
                </a:rPr>
                <a:t>SW</a:t>
              </a:r>
              <a:r>
                <a:rPr lang="ko-KR" altLang="en-US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조선일보명조" panose="02030304000000000000" pitchFamily="18" charset="-127"/>
                </a:rPr>
                <a:t>코딩 </a:t>
              </a:r>
              <a:endParaRPr lang="en-US" altLang="ko-K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ncomEQN" panose="02000000000000000000" pitchFamily="2" charset="0"/>
                <a:ea typeface="HancomEQN" panose="02000000000000000000" pitchFamily="2" charset="0"/>
                <a:cs typeface="조선일보명조" panose="02030304000000000000" pitchFamily="18" charset="-127"/>
              </a:endParaRPr>
            </a:p>
            <a:p>
              <a:pPr algn="ctr">
                <a:spcAft>
                  <a:spcPts val="1200"/>
                </a:spcAft>
              </a:pPr>
              <a:r>
                <a:rPr lang="en-US" altLang="ko-KR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조선일보명조" panose="02030304000000000000" pitchFamily="18" charset="-127"/>
                </a:rPr>
                <a:t>Final Project</a:t>
              </a:r>
            </a:p>
            <a:p>
              <a:pPr algn="ctr">
                <a:spcAft>
                  <a:spcPts val="1200"/>
                </a:spcAft>
              </a:pPr>
              <a:r>
                <a:rPr lang="ko-KR" altLang="ko-KR" sz="4000" b="1" dirty="0" err="1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Mohr</a:t>
              </a:r>
              <a:r>
                <a:rPr lang="ko-KR" altLang="ko-KR" sz="4000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 원을 이용한 3D 프린팅 </a:t>
              </a:r>
              <a:endParaRPr lang="en-US" altLang="ko-KR" sz="4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ancomEQN" panose="02000000000000000000" pitchFamily="2" charset="0"/>
                <a:ea typeface="HancomEQN" panose="02000000000000000000" pitchFamily="2" charset="0"/>
              </a:endParaRPr>
            </a:p>
            <a:p>
              <a:pPr algn="ctr">
                <a:spcAft>
                  <a:spcPts val="1200"/>
                </a:spcAft>
              </a:pPr>
              <a:r>
                <a:rPr lang="ko-KR" altLang="ko-KR" sz="4000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재료 파손 평가 프로그램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83004D-8BF1-4097-B038-2AA2A188F13A}"/>
                </a:ext>
              </a:extLst>
            </p:cNvPr>
            <p:cNvSpPr txBox="1"/>
            <p:nvPr/>
          </p:nvSpPr>
          <p:spPr>
            <a:xfrm>
              <a:off x="3245817" y="6249071"/>
              <a:ext cx="70534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200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나눔스퀘어 Bold" panose="020B0600000101010101" pitchFamily="50" charset="-127"/>
                  <a:cs typeface="Arial" panose="020B0604020202020204" pitchFamily="34" charset="0"/>
                </a:rPr>
                <a:t>기계공학부 박찬</a:t>
              </a:r>
              <a:r>
                <a:rPr lang="en-US" altLang="ko-KR" sz="3200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나눔스퀘어 Bold" panose="020B0600000101010101" pitchFamily="50" charset="-127"/>
                  <a:cs typeface="Arial" panose="020B0604020202020204" pitchFamily="34" charset="0"/>
                </a:rPr>
                <a:t>(2023035785)</a:t>
              </a:r>
              <a:endPara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1E07FF-83DA-4325-9305-B17D211A050F}"/>
              </a:ext>
            </a:extLst>
          </p:cNvPr>
          <p:cNvSpPr/>
          <p:nvPr/>
        </p:nvSpPr>
        <p:spPr>
          <a:xfrm>
            <a:off x="5358263" y="406377"/>
            <a:ext cx="1475443" cy="147544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0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2BFCAF-7CCB-45FC-9E2E-C4959E90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920838D-A2E5-4BE3-899E-7E0660135B2D}"/>
              </a:ext>
            </a:extLst>
          </p:cNvPr>
          <p:cNvSpPr/>
          <p:nvPr/>
        </p:nvSpPr>
        <p:spPr>
          <a:xfrm>
            <a:off x="6761" y="0"/>
            <a:ext cx="12192000" cy="68580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612FF-A9B4-400E-A584-20A192526B5E}"/>
              </a:ext>
            </a:extLst>
          </p:cNvPr>
          <p:cNvSpPr txBox="1"/>
          <p:nvPr/>
        </p:nvSpPr>
        <p:spPr>
          <a:xfrm>
            <a:off x="827796" y="130300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>
                <a:solidFill>
                  <a:schemeClr val="bg1"/>
                </a:solidFill>
                <a:latin typeface="Arial" panose="020B06040202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Contents</a:t>
            </a:r>
            <a:endParaRPr lang="ko-KR" altLang="en-US" sz="7200" b="1" dirty="0">
              <a:solidFill>
                <a:schemeClr val="bg1"/>
              </a:solidFill>
              <a:latin typeface="Arial" panose="020B06040202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3D82097-C1F6-48DF-961B-1F5362459B1E}"/>
              </a:ext>
            </a:extLst>
          </p:cNvPr>
          <p:cNvGrpSpPr/>
          <p:nvPr/>
        </p:nvGrpSpPr>
        <p:grpSpPr>
          <a:xfrm>
            <a:off x="6007510" y="1842183"/>
            <a:ext cx="5556675" cy="3664330"/>
            <a:chOff x="6146635" y="1258528"/>
            <a:chExt cx="5404064" cy="237797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B916FD0-4946-44E7-98BE-92980052CB18}"/>
                </a:ext>
              </a:extLst>
            </p:cNvPr>
            <p:cNvGrpSpPr/>
            <p:nvPr/>
          </p:nvGrpSpPr>
          <p:grpSpPr>
            <a:xfrm>
              <a:off x="6146635" y="1258528"/>
              <a:ext cx="5334468" cy="896925"/>
              <a:chOff x="6146635" y="1246953"/>
              <a:chExt cx="5334468" cy="89692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CC5625-1E05-4BD3-A973-DD45B73BFE10}"/>
                  </a:ext>
                </a:extLst>
              </p:cNvPr>
              <p:cNvSpPr txBox="1"/>
              <p:nvPr/>
            </p:nvSpPr>
            <p:spPr>
              <a:xfrm>
                <a:off x="6146635" y="1246953"/>
                <a:ext cx="938077" cy="584775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01. 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2C1AE2-700B-4D34-9EEE-72AB93BC6810}"/>
                  </a:ext>
                </a:extLst>
              </p:cNvPr>
              <p:cNvSpPr txBox="1"/>
              <p:nvPr/>
            </p:nvSpPr>
            <p:spPr>
              <a:xfrm>
                <a:off x="6146635" y="1788196"/>
                <a:ext cx="2480204" cy="26862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+mj-lt"/>
                    <a:ea typeface="나눔스퀘어 ExtraBold" panose="020B0600000101010101"/>
                  </a:rPr>
                  <a:t>개발 배경 및 필요성</a:t>
                </a:r>
                <a:endParaRPr lang="en-US" altLang="ko-KR" sz="2000" dirty="0">
                  <a:solidFill>
                    <a:schemeClr val="bg1"/>
                  </a:solidFill>
                  <a:latin typeface="+mj-lt"/>
                  <a:ea typeface="나눔스퀘어 ExtraBold" panose="020B0600000101010101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4C0C0F-DE66-4902-8889-03D9FBC4A081}"/>
                  </a:ext>
                </a:extLst>
              </p:cNvPr>
              <p:cNvSpPr txBox="1"/>
              <p:nvPr/>
            </p:nvSpPr>
            <p:spPr>
              <a:xfrm>
                <a:off x="8901409" y="1246953"/>
                <a:ext cx="9380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02.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06F0C1-D591-464B-9158-BC47FC0EE2AD}"/>
                  </a:ext>
                </a:extLst>
              </p:cNvPr>
              <p:cNvSpPr txBox="1"/>
              <p:nvPr/>
            </p:nvSpPr>
            <p:spPr>
              <a:xfrm>
                <a:off x="8901409" y="1786670"/>
                <a:ext cx="2579694" cy="268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핵심 기능 및 코드 로직</a:t>
                </a:r>
                <a:endParaRPr lang="en-US" altLang="ko-KR" sz="200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A76B2C56-7926-4A9C-8F3C-4DFE0BE02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0329" y="2123500"/>
                <a:ext cx="2028621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2C24FB12-C7AF-432D-8D7F-317291A7B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1308" y="2138350"/>
                <a:ext cx="2259896" cy="552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F4B5A5C-258E-4809-89C2-DEB274D4552D}"/>
                </a:ext>
              </a:extLst>
            </p:cNvPr>
            <p:cNvGrpSpPr/>
            <p:nvPr/>
          </p:nvGrpSpPr>
          <p:grpSpPr>
            <a:xfrm>
              <a:off x="6146635" y="2743278"/>
              <a:ext cx="5404064" cy="893222"/>
              <a:chOff x="6146635" y="1137976"/>
              <a:chExt cx="5404064" cy="89322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22780B-0407-4A27-A13D-BFCB67CF1C93}"/>
                  </a:ext>
                </a:extLst>
              </p:cNvPr>
              <p:cNvSpPr txBox="1"/>
              <p:nvPr/>
            </p:nvSpPr>
            <p:spPr>
              <a:xfrm>
                <a:off x="6146635" y="1246953"/>
                <a:ext cx="938077" cy="584775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03. 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1903C9-05B5-47FE-AD41-6DE07F185930}"/>
                  </a:ext>
                </a:extLst>
              </p:cNvPr>
              <p:cNvSpPr txBox="1"/>
              <p:nvPr/>
            </p:nvSpPr>
            <p:spPr>
              <a:xfrm>
                <a:off x="6736114" y="1690887"/>
                <a:ext cx="1176174" cy="26862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시연 화면</a:t>
                </a:r>
                <a:endParaRPr lang="en-US" altLang="ko-KR" sz="200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ECA4F0-8A2A-42F0-A6B6-AD0D1FE4B3F7}"/>
                  </a:ext>
                </a:extLst>
              </p:cNvPr>
              <p:cNvSpPr txBox="1"/>
              <p:nvPr/>
            </p:nvSpPr>
            <p:spPr>
              <a:xfrm>
                <a:off x="9035804" y="1137976"/>
                <a:ext cx="9380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04. 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190186-A694-4C44-8253-55AC168F605A}"/>
                  </a:ext>
                </a:extLst>
              </p:cNvPr>
              <p:cNvSpPr txBox="1"/>
              <p:nvPr/>
            </p:nvSpPr>
            <p:spPr>
              <a:xfrm>
                <a:off x="8901409" y="1642748"/>
                <a:ext cx="2649290" cy="268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기계공학적 한계점 고찰</a:t>
                </a:r>
                <a:endParaRPr lang="en-US" altLang="ko-KR" sz="200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8E64B1C7-2FFE-4CB6-BAEA-2D9F63A50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0329" y="2010572"/>
                <a:ext cx="2180251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D37DEC9B-F85B-4B63-9545-6B29207ECF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4753" y="2031198"/>
                <a:ext cx="246635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7584B7E-737D-4A85-944A-E896FAD93CB8}"/>
              </a:ext>
            </a:extLst>
          </p:cNvPr>
          <p:cNvSpPr txBox="1"/>
          <p:nvPr/>
        </p:nvSpPr>
        <p:spPr>
          <a:xfrm>
            <a:off x="2507647" y="3674348"/>
            <a:ext cx="1195497" cy="678716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>
                <a:solidFill>
                  <a:srgbClr val="8A8A8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이미지를</a:t>
            </a:r>
            <a:endParaRPr lang="en-US" altLang="ko-KR" spc="-150" dirty="0">
              <a:solidFill>
                <a:srgbClr val="8A8A8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pc="-150" dirty="0">
                <a:solidFill>
                  <a:srgbClr val="8A8A8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삽입하세요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2570DB3-4CAD-B1CD-2E72-24390A0D0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04" y="2298941"/>
            <a:ext cx="5403381" cy="304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08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9FD77-55F1-DD35-930F-F59DD077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1770" y="71120"/>
            <a:ext cx="4188460" cy="49784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01. </a:t>
            </a:r>
            <a:r>
              <a:rPr lang="ko-KR" altLang="en-US" sz="2800" dirty="0">
                <a:solidFill>
                  <a:schemeClr val="bg1"/>
                </a:solidFill>
              </a:rPr>
              <a:t>개발 배경 및 필요성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무료 3d 인쇄 인간의 두개골. 3 D 프린트 워크샵 스톡 사진">
            <a:hlinkClick r:id="rId2"/>
            <a:extLst>
              <a:ext uri="{FF2B5EF4-FFF2-40B4-BE49-F238E27FC236}">
                <a16:creationId xmlns:a16="http://schemas.microsoft.com/office/drawing/2014/main" id="{02F40D37-C906-6F1D-332B-012FCB2EF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7" y="700267"/>
            <a:ext cx="3853583" cy="578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287E480-A959-5A5E-35AA-66B879AD3C74}"/>
              </a:ext>
            </a:extLst>
          </p:cNvPr>
          <p:cNvGrpSpPr/>
          <p:nvPr/>
        </p:nvGrpSpPr>
        <p:grpSpPr>
          <a:xfrm>
            <a:off x="6660440" y="1926857"/>
            <a:ext cx="3604438" cy="3327193"/>
            <a:chOff x="8287725" y="732099"/>
            <a:chExt cx="3596829" cy="2696901"/>
          </a:xfrm>
        </p:grpSpPr>
        <p:pic>
          <p:nvPicPr>
            <p:cNvPr id="1028" name="Picture 4" descr="Fixing a Broken Plastic Part : 4 Steps - Instructables">
              <a:extLst>
                <a:ext uri="{FF2B5EF4-FFF2-40B4-BE49-F238E27FC236}">
                  <a16:creationId xmlns:a16="http://schemas.microsoft.com/office/drawing/2014/main" id="{B0DBA684-1259-5AB2-125A-25FD914F44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8" t="2055" r="6187" b="11173"/>
            <a:stretch>
              <a:fillRect/>
            </a:stretch>
          </p:blipFill>
          <p:spPr bwMode="auto">
            <a:xfrm>
              <a:off x="8287725" y="732099"/>
              <a:ext cx="3596829" cy="2696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14E8A1-4855-8600-BC17-24C94A0C75D9}"/>
                </a:ext>
              </a:extLst>
            </p:cNvPr>
            <p:cNvSpPr txBox="1"/>
            <p:nvPr/>
          </p:nvSpPr>
          <p:spPr>
            <a:xfrm>
              <a:off x="8717719" y="2694655"/>
              <a:ext cx="27368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</a:rPr>
                <a:t>Failure Occur!</a:t>
              </a:r>
              <a:endParaRPr lang="ko-KR" alt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5D78B16-B6A8-420C-35CB-3DC1D95CD459}"/>
              </a:ext>
            </a:extLst>
          </p:cNvPr>
          <p:cNvSpPr txBox="1"/>
          <p:nvPr/>
        </p:nvSpPr>
        <p:spPr>
          <a:xfrm>
            <a:off x="5053491" y="5526534"/>
            <a:ext cx="7138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u="sng" dirty="0"/>
              <a:t>하중 조건</a:t>
            </a:r>
            <a:r>
              <a:rPr lang="ko-KR" altLang="en-US" sz="2800" dirty="0"/>
              <a:t>에 대한 </a:t>
            </a:r>
            <a:r>
              <a:rPr lang="ko-KR" altLang="en-US" sz="2800" dirty="0" err="1"/>
              <a:t>고려없는</a:t>
            </a:r>
            <a:r>
              <a:rPr lang="ko-KR" altLang="en-US" sz="2800" dirty="0"/>
              <a:t> 무분별한 출력</a:t>
            </a:r>
            <a:endParaRPr lang="en-US" altLang="ko-KR" sz="2800" dirty="0"/>
          </a:p>
          <a:p>
            <a:r>
              <a:rPr lang="ko-KR" altLang="ko-KR" sz="2800" dirty="0"/>
              <a:t>➔</a:t>
            </a:r>
            <a:r>
              <a:rPr lang="en-US" altLang="ko-KR" sz="2800" dirty="0"/>
              <a:t> </a:t>
            </a:r>
            <a:r>
              <a:rPr lang="ko-KR" altLang="en-US" sz="2800" b="1" dirty="0"/>
              <a:t>실사용 중 잦은 파손</a:t>
            </a:r>
            <a:r>
              <a:rPr lang="en-US" altLang="ko-KR" sz="2800" b="1" dirty="0"/>
              <a:t>(Failure) </a:t>
            </a:r>
            <a:r>
              <a:rPr lang="ko-KR" altLang="en-US" sz="2800" b="1" dirty="0"/>
              <a:t>발생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6F0B1-7FE1-B8D9-DD7D-FDFEBE432525}"/>
              </a:ext>
            </a:extLst>
          </p:cNvPr>
          <p:cNvSpPr txBox="1"/>
          <p:nvPr/>
        </p:nvSpPr>
        <p:spPr>
          <a:xfrm>
            <a:off x="5377386" y="1023814"/>
            <a:ext cx="5918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대중화가 되어가는 </a:t>
            </a:r>
            <a:r>
              <a:rPr lang="en-US" altLang="ko-KR" sz="2800" dirty="0"/>
              <a:t>3D </a:t>
            </a:r>
            <a:r>
              <a:rPr lang="ko-KR" altLang="en-US" sz="2800" dirty="0"/>
              <a:t>프린팅 기술</a:t>
            </a:r>
            <a:r>
              <a:rPr lang="en-US" altLang="ko-KR" sz="2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8232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0E84-C760-ED75-1A2F-F3E993AA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52F1D-D78E-BD17-01FA-D45FBE11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1770" y="71120"/>
            <a:ext cx="4188460" cy="49784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01. </a:t>
            </a:r>
            <a:r>
              <a:rPr lang="ko-KR" altLang="en-US" sz="2800" dirty="0">
                <a:solidFill>
                  <a:schemeClr val="bg1"/>
                </a:solidFill>
              </a:rPr>
              <a:t>개발 배경 및 필요성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C9FD56-5420-1854-0B25-75A3EEB5C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893" y="4344543"/>
            <a:ext cx="6005492" cy="9021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A9B8B0-14EF-CB3A-5001-265B5963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444" y="5615999"/>
            <a:ext cx="6930390" cy="836426"/>
          </a:xfrm>
          <a:prstGeom prst="rect">
            <a:avLst/>
          </a:prstGeom>
        </p:spPr>
      </p:pic>
      <p:pic>
        <p:nvPicPr>
          <p:cNvPr id="3074" name="Picture 2" descr="에스프레소, 기계, 청사진, 전문인, 커피, 만드는 사람, 상세한">
            <a:extLst>
              <a:ext uri="{FF2B5EF4-FFF2-40B4-BE49-F238E27FC236}">
                <a16:creationId xmlns:a16="http://schemas.microsoft.com/office/drawing/2014/main" id="{FE824BBD-FDDE-864A-1C86-DFE2597EC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10" y="601063"/>
            <a:ext cx="3353490" cy="628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B5A46A-ABD4-FCC9-CE50-4F4379A596CC}"/>
              </a:ext>
            </a:extLst>
          </p:cNvPr>
          <p:cNvSpPr txBox="1"/>
          <p:nvPr/>
        </p:nvSpPr>
        <p:spPr>
          <a:xfrm>
            <a:off x="4560338" y="1379533"/>
            <a:ext cx="7259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lt"/>
                <a:ea typeface="HancomEQN" panose="02000000000000000000" pitchFamily="2" charset="0"/>
              </a:rPr>
              <a:t>출력 전</a:t>
            </a:r>
            <a:r>
              <a:rPr lang="en-US" altLang="ko-KR" sz="3200" b="1" dirty="0">
                <a:latin typeface="+mj-lt"/>
                <a:ea typeface="HancomEQN" panose="02000000000000000000" pitchFamily="2" charset="0"/>
              </a:rPr>
              <a:t>, </a:t>
            </a:r>
            <a:r>
              <a:rPr lang="ko-KR" altLang="en-US" sz="3200" b="1" dirty="0">
                <a:latin typeface="+mj-lt"/>
                <a:ea typeface="HancomEQN" panose="02000000000000000000" pitchFamily="2" charset="0"/>
              </a:rPr>
              <a:t>역학적으로 </a:t>
            </a:r>
            <a:endParaRPr lang="en-US" altLang="ko-KR" sz="3200" b="1" dirty="0">
              <a:latin typeface="+mj-lt"/>
              <a:ea typeface="HancomEQN" panose="02000000000000000000" pitchFamily="2" charset="0"/>
            </a:endParaRPr>
          </a:p>
          <a:p>
            <a:pPr algn="ctr"/>
            <a:r>
              <a:rPr lang="ko-KR" altLang="en-US" sz="3200" b="1" dirty="0">
                <a:latin typeface="+mj-lt"/>
                <a:ea typeface="HancomEQN" panose="02000000000000000000" pitchFamily="2" charset="0"/>
              </a:rPr>
              <a:t>예비 평가를 진행하는 시스템</a:t>
            </a:r>
            <a:r>
              <a:rPr lang="en-US" altLang="ko-KR" sz="3200" b="1" dirty="0">
                <a:latin typeface="+mj-lt"/>
                <a:ea typeface="HancomEQN" panose="02000000000000000000" pitchFamily="2" charset="0"/>
              </a:rPr>
              <a:t>!</a:t>
            </a:r>
            <a:endParaRPr lang="ko-KR" altLang="en-US" sz="3200" b="1" dirty="0">
              <a:latin typeface="+mj-lt"/>
              <a:ea typeface="HancomEQ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81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D3A8048-586C-451C-5613-665A0898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326" y="49991"/>
            <a:ext cx="8330391" cy="513794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[Workflow overview]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4E0F94-163D-19C4-D54D-9C5573472A40}"/>
              </a:ext>
            </a:extLst>
          </p:cNvPr>
          <p:cNvSpPr/>
          <p:nvPr/>
        </p:nvSpPr>
        <p:spPr>
          <a:xfrm>
            <a:off x="1069569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018F39-0993-D3F3-45CD-23578E4B4EC4}"/>
              </a:ext>
            </a:extLst>
          </p:cNvPr>
          <p:cNvSpPr/>
          <p:nvPr/>
        </p:nvSpPr>
        <p:spPr>
          <a:xfrm>
            <a:off x="1065386" y="1269166"/>
            <a:ext cx="1942867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C2868-CAF1-CF23-7BD5-8DBD327F20F9}"/>
              </a:ext>
            </a:extLst>
          </p:cNvPr>
          <p:cNvSpPr txBox="1"/>
          <p:nvPr/>
        </p:nvSpPr>
        <p:spPr>
          <a:xfrm>
            <a:off x="1081542" y="4602154"/>
            <a:ext cx="1942867" cy="83099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사용자로부터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응력조건을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입력받습니다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DA19BE-7265-0512-7411-06B1654CF73A}"/>
              </a:ext>
            </a:extLst>
          </p:cNvPr>
          <p:cNvSpPr/>
          <p:nvPr/>
        </p:nvSpPr>
        <p:spPr>
          <a:xfrm>
            <a:off x="3721329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744A56-261B-E945-137D-45C42319D9EE}"/>
              </a:ext>
            </a:extLst>
          </p:cNvPr>
          <p:cNvSpPr/>
          <p:nvPr/>
        </p:nvSpPr>
        <p:spPr>
          <a:xfrm>
            <a:off x="3717146" y="1269166"/>
            <a:ext cx="1955418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EB458-5D3E-2BE3-D149-942CA7C41E50}"/>
              </a:ext>
            </a:extLst>
          </p:cNvPr>
          <p:cNvSpPr txBox="1"/>
          <p:nvPr/>
        </p:nvSpPr>
        <p:spPr>
          <a:xfrm>
            <a:off x="3958946" y="2790957"/>
            <a:ext cx="1450895" cy="41032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주응력</a:t>
            </a:r>
            <a:r>
              <a:rPr lang="ko-KR" altLang="en-US" sz="20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2CF86-B504-67D6-9FCC-0F3F0F450EF0}"/>
              </a:ext>
            </a:extLst>
          </p:cNvPr>
          <p:cNvSpPr txBox="1"/>
          <p:nvPr/>
        </p:nvSpPr>
        <p:spPr>
          <a:xfrm>
            <a:off x="3712961" y="4572069"/>
            <a:ext cx="1942867" cy="83099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응력텐서로부터</a:t>
            </a:r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주응력과 </a:t>
            </a:r>
            <a:r>
              <a:rPr lang="ko-KR" altLang="en-US" sz="16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본미세스</a:t>
            </a:r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응력을 계산합니다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D3AC17-CCA1-7EB1-F377-3181C02352AE}"/>
              </a:ext>
            </a:extLst>
          </p:cNvPr>
          <p:cNvSpPr/>
          <p:nvPr/>
        </p:nvSpPr>
        <p:spPr>
          <a:xfrm>
            <a:off x="6444732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9A12BC-4AB3-4AD5-822F-BAE529F07C9B}"/>
              </a:ext>
            </a:extLst>
          </p:cNvPr>
          <p:cNvSpPr/>
          <p:nvPr/>
        </p:nvSpPr>
        <p:spPr>
          <a:xfrm>
            <a:off x="6440549" y="1269166"/>
            <a:ext cx="1955418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34CD1-B0C5-55BA-F169-261EE99DAA77}"/>
              </a:ext>
            </a:extLst>
          </p:cNvPr>
          <p:cNvSpPr txBox="1"/>
          <p:nvPr/>
        </p:nvSpPr>
        <p:spPr>
          <a:xfrm>
            <a:off x="6591152" y="2753436"/>
            <a:ext cx="1724804" cy="40011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>
                <a:latin typeface="나눔스퀘어" panose="020B0600000101010101" pitchFamily="50" charset="-127"/>
                <a:ea typeface="나눔스퀘어" panose="020B0600000101010101" pitchFamily="50" charset="-127"/>
              </a:rPr>
              <a:t>모어원</a:t>
            </a:r>
            <a:r>
              <a:rPr lang="ko-KR" altLang="en-US" sz="20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그리기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A3DDA0-120E-E91E-A1C5-B4DB16D842C9}"/>
              </a:ext>
            </a:extLst>
          </p:cNvPr>
          <p:cNvSpPr/>
          <p:nvPr/>
        </p:nvSpPr>
        <p:spPr>
          <a:xfrm>
            <a:off x="9187932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9CFB7A-C45F-52A4-79CD-F2CDB8CB4CF3}"/>
              </a:ext>
            </a:extLst>
          </p:cNvPr>
          <p:cNvSpPr/>
          <p:nvPr/>
        </p:nvSpPr>
        <p:spPr>
          <a:xfrm>
            <a:off x="9183749" y="1269166"/>
            <a:ext cx="1947050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80385-6FFA-B1BD-EBE9-59B7E98CF5B0}"/>
              </a:ext>
            </a:extLst>
          </p:cNvPr>
          <p:cNvSpPr txBox="1"/>
          <p:nvPr/>
        </p:nvSpPr>
        <p:spPr>
          <a:xfrm>
            <a:off x="9503590" y="2753436"/>
            <a:ext cx="1265505" cy="40011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>
                <a:latin typeface="나눔스퀘어" panose="020B0600000101010101" pitchFamily="50" charset="-127"/>
                <a:ea typeface="나눔스퀘어" panose="020B0600000101010101" pitchFamily="50" charset="-127"/>
              </a:rPr>
              <a:t>파손평가</a:t>
            </a:r>
            <a:endParaRPr lang="ko-KR" altLang="en-US" sz="20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416FB-A08E-AAF4-8FEC-9354B7F744A9}"/>
              </a:ext>
            </a:extLst>
          </p:cNvPr>
          <p:cNvSpPr txBox="1"/>
          <p:nvPr/>
        </p:nvSpPr>
        <p:spPr>
          <a:xfrm>
            <a:off x="6373089" y="4615490"/>
            <a:ext cx="1942867" cy="83099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공학자에게 편의를 제공하는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모어원을 그립니다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41FACFE-7E3D-5CB6-CA10-C94A64EF3660}"/>
              </a:ext>
            </a:extLst>
          </p:cNvPr>
          <p:cNvGrpSpPr/>
          <p:nvPr/>
        </p:nvGrpSpPr>
        <p:grpSpPr>
          <a:xfrm>
            <a:off x="1043905" y="1259206"/>
            <a:ext cx="416470" cy="288591"/>
            <a:chOff x="1043905" y="1259206"/>
            <a:chExt cx="416470" cy="288591"/>
          </a:xfrm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6F792D3F-5289-ED91-3D7D-F0A5478C381E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4" name="직각 삼각형 23">
              <a:extLst>
                <a:ext uri="{FF2B5EF4-FFF2-40B4-BE49-F238E27FC236}">
                  <a16:creationId xmlns:a16="http://schemas.microsoft.com/office/drawing/2014/main" id="{1891888D-44AF-1BDA-C8C1-F00758BC8AD6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8DDEBA0-68E1-5264-0542-AA5A98E3F371}"/>
              </a:ext>
            </a:extLst>
          </p:cNvPr>
          <p:cNvGrpSpPr/>
          <p:nvPr/>
        </p:nvGrpSpPr>
        <p:grpSpPr>
          <a:xfrm>
            <a:off x="3708778" y="1259206"/>
            <a:ext cx="416470" cy="288591"/>
            <a:chOff x="1043905" y="1259206"/>
            <a:chExt cx="416470" cy="288591"/>
          </a:xfrm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F3310E8-2DE0-87A1-F9F6-2D7904033948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7" name="직각 삼각형 26">
              <a:extLst>
                <a:ext uri="{FF2B5EF4-FFF2-40B4-BE49-F238E27FC236}">
                  <a16:creationId xmlns:a16="http://schemas.microsoft.com/office/drawing/2014/main" id="{2A6D6D8A-3297-8EF4-3470-D1BBC179D763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9278DE5-6BA5-9002-93A6-326B6F323F34}"/>
              </a:ext>
            </a:extLst>
          </p:cNvPr>
          <p:cNvGrpSpPr/>
          <p:nvPr/>
        </p:nvGrpSpPr>
        <p:grpSpPr>
          <a:xfrm>
            <a:off x="6421270" y="1259206"/>
            <a:ext cx="416470" cy="288591"/>
            <a:chOff x="1043905" y="1259206"/>
            <a:chExt cx="416470" cy="288591"/>
          </a:xfrm>
        </p:grpSpPr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CF714D6-3101-C04D-73E0-73FFFF8556B5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직각 삼각형 29">
              <a:extLst>
                <a:ext uri="{FF2B5EF4-FFF2-40B4-BE49-F238E27FC236}">
                  <a16:creationId xmlns:a16="http://schemas.microsoft.com/office/drawing/2014/main" id="{75977E2F-6E89-DA8A-4748-E3D6F16F1A0F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14A55E6-EF2A-9349-B1ED-75FBC0893C94}"/>
              </a:ext>
            </a:extLst>
          </p:cNvPr>
          <p:cNvGrpSpPr/>
          <p:nvPr/>
        </p:nvGrpSpPr>
        <p:grpSpPr>
          <a:xfrm>
            <a:off x="9168135" y="1259206"/>
            <a:ext cx="416470" cy="288591"/>
            <a:chOff x="1043905" y="1259206"/>
            <a:chExt cx="416470" cy="288591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B2DBAEF1-8BD7-1D03-2424-F671910C0555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직각 삼각형 32">
              <a:extLst>
                <a:ext uri="{FF2B5EF4-FFF2-40B4-BE49-F238E27FC236}">
                  <a16:creationId xmlns:a16="http://schemas.microsoft.com/office/drawing/2014/main" id="{789F91C7-9F5D-413B-51EA-3AFCB1BD898E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EBD8418-1BF0-A82B-6BCE-373F221E5198}"/>
              </a:ext>
            </a:extLst>
          </p:cNvPr>
          <p:cNvSpPr txBox="1"/>
          <p:nvPr/>
        </p:nvSpPr>
        <p:spPr>
          <a:xfrm>
            <a:off x="560712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spc="-15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DD1E06-30E7-1F64-C198-418FF4704F4B}"/>
              </a:ext>
            </a:extLst>
          </p:cNvPr>
          <p:cNvSpPr txBox="1"/>
          <p:nvPr/>
        </p:nvSpPr>
        <p:spPr>
          <a:xfrm>
            <a:off x="3717146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600" spc="-15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50D361-8912-13E6-715A-020AD6DE9775}"/>
              </a:ext>
            </a:extLst>
          </p:cNvPr>
          <p:cNvSpPr txBox="1"/>
          <p:nvPr/>
        </p:nvSpPr>
        <p:spPr>
          <a:xfrm>
            <a:off x="6440549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600" spc="-15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459596-C3C8-C86E-446A-CA3E69E23A0C}"/>
              </a:ext>
            </a:extLst>
          </p:cNvPr>
          <p:cNvSpPr txBox="1"/>
          <p:nvPr/>
        </p:nvSpPr>
        <p:spPr>
          <a:xfrm>
            <a:off x="9183749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600" spc="-15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BE997-FD30-FA50-6E18-BB1DA6D2DAFF}"/>
              </a:ext>
            </a:extLst>
          </p:cNvPr>
          <p:cNvSpPr txBox="1"/>
          <p:nvPr/>
        </p:nvSpPr>
        <p:spPr>
          <a:xfrm>
            <a:off x="9071499" y="4492380"/>
            <a:ext cx="2158996" cy="1077218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사전에 평가된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재료물성과 안전계수를 기반으로 파손을 평가합니다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2DB393-4B75-010B-EF72-7F89034EBACF}"/>
              </a:ext>
            </a:extLst>
          </p:cNvPr>
          <p:cNvSpPr txBox="1"/>
          <p:nvPr/>
        </p:nvSpPr>
        <p:spPr>
          <a:xfrm>
            <a:off x="1422905" y="2801167"/>
            <a:ext cx="1265505" cy="40011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응력텐서</a:t>
            </a:r>
            <a:endParaRPr lang="ko-KR" altLang="en-US" sz="20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F7FA1D6-87EE-144F-AD61-F72B20CCC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51" t="11269" r="6128" b="11307"/>
          <a:stretch>
            <a:fillRect/>
          </a:stretch>
        </p:blipFill>
        <p:spPr>
          <a:xfrm>
            <a:off x="1069569" y="3348997"/>
            <a:ext cx="1948394" cy="1069529"/>
          </a:xfrm>
          <a:prstGeom prst="rect">
            <a:avLst/>
          </a:prstGeom>
        </p:spPr>
      </p:pic>
      <p:pic>
        <p:nvPicPr>
          <p:cNvPr id="2052" name="Picture 4" descr="Calculator | iOS Icon Gallery">
            <a:extLst>
              <a:ext uri="{FF2B5EF4-FFF2-40B4-BE49-F238E27FC236}">
                <a16:creationId xmlns:a16="http://schemas.microsoft.com/office/drawing/2014/main" id="{068FFD1E-3E10-9B5A-E16F-2CC5993F8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23" y="3201277"/>
            <a:ext cx="1324080" cy="132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ohr's Circle - eLearning, Cal Poly Pomona University">
            <a:extLst>
              <a:ext uri="{FF2B5EF4-FFF2-40B4-BE49-F238E27FC236}">
                <a16:creationId xmlns:a16="http://schemas.microsoft.com/office/drawing/2014/main" id="{051C168F-FAE2-FF62-6F32-1F0CA6671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180" y="3178911"/>
            <a:ext cx="15525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heck Icon PNG Images, Vectors Free Download - Pngtree">
            <a:extLst>
              <a:ext uri="{FF2B5EF4-FFF2-40B4-BE49-F238E27FC236}">
                <a16:creationId xmlns:a16="http://schemas.microsoft.com/office/drawing/2014/main" id="{157479E2-A13E-6141-485D-4B2105666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5" t="14323" r="12361" b="13275"/>
          <a:stretch>
            <a:fillRect/>
          </a:stretch>
        </p:blipFill>
        <p:spPr bwMode="auto">
          <a:xfrm>
            <a:off x="9597328" y="3271025"/>
            <a:ext cx="1171767" cy="11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4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9D31-5EC9-6DDE-EAEC-1DC9872F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9D358B4-C57A-D766-E021-372F1892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684" y="50560"/>
            <a:ext cx="7357111" cy="584775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응력 조건 입력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C027C1-D150-74E4-F7B7-342D7E504B78}"/>
              </a:ext>
            </a:extLst>
          </p:cNvPr>
          <p:cNvGrpSpPr/>
          <p:nvPr/>
        </p:nvGrpSpPr>
        <p:grpSpPr>
          <a:xfrm>
            <a:off x="175455" y="1877765"/>
            <a:ext cx="6236707" cy="3383857"/>
            <a:chOff x="1778537" y="1549916"/>
            <a:chExt cx="8909566" cy="444448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15357B1-B321-26E9-378A-8032A13A8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425"/>
            <a:stretch>
              <a:fillRect/>
            </a:stretch>
          </p:blipFill>
          <p:spPr>
            <a:xfrm>
              <a:off x="1778537" y="1549916"/>
              <a:ext cx="8909566" cy="4444484"/>
            </a:xfrm>
            <a:prstGeom prst="rect">
              <a:avLst/>
            </a:prstGeom>
          </p:spPr>
        </p:pic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7F51423-43A6-37C7-3E9B-C30A157C2FE5}"/>
                </a:ext>
              </a:extLst>
            </p:cNvPr>
            <p:cNvSpPr/>
            <p:nvPr/>
          </p:nvSpPr>
          <p:spPr>
            <a:xfrm>
              <a:off x="4498297" y="4482842"/>
              <a:ext cx="1282743" cy="825242"/>
            </a:xfrm>
            <a:prstGeom prst="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4CEE549-B5FB-C056-7CA5-8D63911896E4}"/>
                </a:ext>
              </a:extLst>
            </p:cNvPr>
            <p:cNvSpPr/>
            <p:nvPr/>
          </p:nvSpPr>
          <p:spPr>
            <a:xfrm>
              <a:off x="4411963" y="3429000"/>
              <a:ext cx="1369078" cy="89916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48B1C67-2406-46F4-8283-562B1AAA13EA}"/>
                </a:ext>
              </a:extLst>
            </p:cNvPr>
            <p:cNvSpPr/>
            <p:nvPr/>
          </p:nvSpPr>
          <p:spPr>
            <a:xfrm>
              <a:off x="6555671" y="2311400"/>
              <a:ext cx="1353863" cy="98044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0BB1953-C1DA-E292-9C7D-68A833AD0DED}"/>
                </a:ext>
              </a:extLst>
            </p:cNvPr>
            <p:cNvSpPr/>
            <p:nvPr/>
          </p:nvSpPr>
          <p:spPr>
            <a:xfrm>
              <a:off x="8582617" y="2366139"/>
              <a:ext cx="1282743" cy="825242"/>
            </a:xfrm>
            <a:prstGeom prst="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F810D08-88B0-9FD5-A2EE-277E2E6307FE}"/>
                </a:ext>
              </a:extLst>
            </p:cNvPr>
            <p:cNvSpPr/>
            <p:nvPr/>
          </p:nvSpPr>
          <p:spPr>
            <a:xfrm>
              <a:off x="6540456" y="4408924"/>
              <a:ext cx="1369078" cy="89916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6678273-6784-F665-F708-9CAFE227572C}"/>
                </a:ext>
              </a:extLst>
            </p:cNvPr>
            <p:cNvSpPr/>
            <p:nvPr/>
          </p:nvSpPr>
          <p:spPr>
            <a:xfrm>
              <a:off x="8496282" y="3429000"/>
              <a:ext cx="1369078" cy="89916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9C3C4930-F77B-20CF-66E0-3CDEE59D6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601" y="1566863"/>
            <a:ext cx="5395944" cy="416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6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23FE92-6F30-DDCD-C5EC-47366EC2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749" y="60959"/>
            <a:ext cx="7113271" cy="548641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주응력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계산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C9E7C0-D5CE-C902-16A1-7B541F113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671"/>
            <a:ext cx="12063648" cy="4777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57F1B-C58E-5908-4DDC-FFDC3D029771}"/>
              </a:ext>
            </a:extLst>
          </p:cNvPr>
          <p:cNvSpPr txBox="1"/>
          <p:nvPr/>
        </p:nvSpPr>
        <p:spPr>
          <a:xfrm>
            <a:off x="1914601" y="836524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주응력이란</a:t>
            </a:r>
            <a:r>
              <a:rPr lang="en-US" altLang="ko-KR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3417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8B77-E9BB-09D8-915B-3A326B4B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B4F9AA5-0CDC-05C3-C97A-AAE9DCAA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681" y="81938"/>
            <a:ext cx="7113271" cy="548641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고유값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계산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AB5B6D-2BE9-C1A5-4D82-A1A33CA62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79"/>
            <a:ext cx="5186173" cy="420906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32004A6-5EA1-682D-021A-6F96F28B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0" t="5276" r="8154" b="9226"/>
          <a:stretch>
            <a:fillRect/>
          </a:stretch>
        </p:blipFill>
        <p:spPr>
          <a:xfrm>
            <a:off x="4051561" y="4036010"/>
            <a:ext cx="8045410" cy="246446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F264A0-B7F1-6F00-F94E-419CC2ABC4B7}"/>
              </a:ext>
            </a:extLst>
          </p:cNvPr>
          <p:cNvSpPr/>
          <p:nvPr/>
        </p:nvSpPr>
        <p:spPr>
          <a:xfrm>
            <a:off x="7201937" y="4705545"/>
            <a:ext cx="2482837" cy="3846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276098-7278-44AC-55AF-34D5A980CA53}"/>
              </a:ext>
            </a:extLst>
          </p:cNvPr>
          <p:cNvSpPr/>
          <p:nvPr/>
        </p:nvSpPr>
        <p:spPr>
          <a:xfrm>
            <a:off x="7201937" y="5090160"/>
            <a:ext cx="1042903" cy="34666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DC2C04-1E92-034E-5AF8-72984670EB54}"/>
              </a:ext>
            </a:extLst>
          </p:cNvPr>
          <p:cNvSpPr txBox="1"/>
          <p:nvPr/>
        </p:nvSpPr>
        <p:spPr>
          <a:xfrm>
            <a:off x="7527924" y="595587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 </a:t>
            </a:r>
            <a:r>
              <a:rPr lang="en-US" altLang="ko-KR" dirty="0" err="1"/>
              <a:t>ndarray</a:t>
            </a:r>
            <a:r>
              <a:rPr lang="ko-KR" altLang="en-US" dirty="0"/>
              <a:t> 처리</a:t>
            </a:r>
          </a:p>
        </p:txBody>
      </p:sp>
      <p:pic>
        <p:nvPicPr>
          <p:cNvPr id="15" name="그림 14" descr="Principal Stress Tensor">
            <a:extLst>
              <a:ext uri="{FF2B5EF4-FFF2-40B4-BE49-F238E27FC236}">
                <a16:creationId xmlns:a16="http://schemas.microsoft.com/office/drawing/2014/main" id="{6F4921F9-B3F3-DABE-8317-098BFAF19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103" y="1024695"/>
            <a:ext cx="5108849" cy="2617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9D1662-1F13-371B-707E-F0847D74C70D}"/>
              </a:ext>
            </a:extLst>
          </p:cNvPr>
          <p:cNvSpPr txBox="1"/>
          <p:nvPr/>
        </p:nvSpPr>
        <p:spPr>
          <a:xfrm>
            <a:off x="9064671" y="1772254"/>
            <a:ext cx="28248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/>
              <a:t>주응력</a:t>
            </a:r>
            <a:r>
              <a:rPr lang="ko-KR" altLang="en-US" sz="2800" dirty="0"/>
              <a:t> 계산하기</a:t>
            </a:r>
            <a:endParaRPr lang="en-US" altLang="ko-KR" sz="2800" dirty="0"/>
          </a:p>
          <a:p>
            <a:r>
              <a:rPr lang="en-US" altLang="ko-KR" sz="2800" dirty="0"/>
              <a:t>= </a:t>
            </a:r>
            <a:r>
              <a:rPr lang="ko-KR" altLang="en-US" sz="2800" dirty="0" err="1"/>
              <a:t>교유값</a:t>
            </a:r>
            <a:r>
              <a:rPr lang="ko-KR" altLang="en-US" sz="2800" dirty="0"/>
              <a:t> 계산</a:t>
            </a:r>
            <a:r>
              <a:rPr lang="en-US" altLang="ko-KR" sz="2800" dirty="0"/>
              <a:t>!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5298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DFB9-BF79-2EBF-D6F7-6D13D91F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4D9CA07-C40D-6753-E91E-08292B14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876" y="120672"/>
            <a:ext cx="7113271" cy="548641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모어원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그리기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61AF0A-2444-F26A-C3FB-C839EA84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" y="1117420"/>
            <a:ext cx="6020640" cy="49822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6FADC3F-2F8C-D3A7-359E-58781E5A0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94" y="1961917"/>
            <a:ext cx="5909054" cy="314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1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4BB8-024C-DD9C-316F-90113830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B2FC007-A38D-A6F5-8991-02B9FA40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526" y="91439"/>
            <a:ext cx="6696712" cy="51933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파손 평가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EFF346-A3FF-64B5-D227-6E73B729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6" y="817061"/>
            <a:ext cx="6797181" cy="16207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039E28-2D37-8E06-B095-D03018ED2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89" y="2523359"/>
            <a:ext cx="3590402" cy="42432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51C25B-71E9-2227-D91B-2A99F31EC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82" y="3941380"/>
            <a:ext cx="7107959" cy="140716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C8ED78-CF21-93EC-DD5B-46705F8FF0A1}"/>
              </a:ext>
            </a:extLst>
          </p:cNvPr>
          <p:cNvSpPr/>
          <p:nvPr/>
        </p:nvSpPr>
        <p:spPr>
          <a:xfrm>
            <a:off x="8449056" y="4297680"/>
            <a:ext cx="3041904" cy="27432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085991-1A63-976F-B50D-F8936E329E8B}"/>
              </a:ext>
            </a:extLst>
          </p:cNvPr>
          <p:cNvSpPr/>
          <p:nvPr/>
        </p:nvSpPr>
        <p:spPr>
          <a:xfrm>
            <a:off x="8449056" y="4572000"/>
            <a:ext cx="3041904" cy="3563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86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E076-5456-B187-BD9D-C06B87E8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DDDB64A-425B-0369-A4D7-D5884BD9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993" y="81608"/>
            <a:ext cx="2400014" cy="46900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03. </a:t>
            </a:r>
            <a:r>
              <a:rPr lang="ko-KR" altLang="en-US" sz="2800" dirty="0">
                <a:solidFill>
                  <a:schemeClr val="bg1"/>
                </a:solidFill>
              </a:rPr>
              <a:t>시연 화면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2DE71D-8981-ED7E-0A4B-A5CAA38F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30" y="2381715"/>
            <a:ext cx="3715268" cy="33913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F4651C6-947E-04B0-76E4-D15457969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06" y="2655473"/>
            <a:ext cx="5201264" cy="284385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8FC4A1-8308-E18A-4F8E-4C4015617385}"/>
              </a:ext>
            </a:extLst>
          </p:cNvPr>
          <p:cNvSpPr txBox="1"/>
          <p:nvPr/>
        </p:nvSpPr>
        <p:spPr>
          <a:xfrm>
            <a:off x="1021860" y="1144604"/>
            <a:ext cx="3445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사용자로부터 응력조건 입력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2CF2F9-1AB3-8038-AA0B-C9CAE77EDC60}"/>
              </a:ext>
            </a:extLst>
          </p:cNvPr>
          <p:cNvSpPr txBox="1"/>
          <p:nvPr/>
        </p:nvSpPr>
        <p:spPr>
          <a:xfrm>
            <a:off x="7085112" y="1595409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주응력</a:t>
            </a:r>
            <a:r>
              <a:rPr lang="ko-KR" altLang="en-US" sz="3200" dirty="0"/>
              <a:t> 계산하기</a:t>
            </a:r>
          </a:p>
        </p:txBody>
      </p:sp>
    </p:spTree>
    <p:extLst>
      <p:ext uri="{BB962C8B-B14F-4D97-AF65-F5344CB8AC3E}">
        <p14:creationId xmlns:p14="http://schemas.microsoft.com/office/powerpoint/2010/main" val="130975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DF92-8F52-DE07-E273-5E95A1CC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051F3AC-DBA2-E0A3-15B2-95D79332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993" y="65681"/>
            <a:ext cx="2400014" cy="46900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03. </a:t>
            </a:r>
            <a:r>
              <a:rPr lang="ko-KR" altLang="en-US" sz="2800" dirty="0">
                <a:solidFill>
                  <a:schemeClr val="bg1"/>
                </a:solidFill>
              </a:rPr>
              <a:t>시연 화면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7986933-709F-BE19-B9D2-FD5A2A1B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727" y="1463664"/>
            <a:ext cx="4780594" cy="237439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BA8FF7F-1AA8-89E9-3EA4-CD65605E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446"/>
          <a:stretch>
            <a:fillRect/>
          </a:stretch>
        </p:blipFill>
        <p:spPr>
          <a:xfrm>
            <a:off x="6962284" y="5238823"/>
            <a:ext cx="4877481" cy="11518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365EC-1DD4-0611-E43D-A9599B097E0E}"/>
              </a:ext>
            </a:extLst>
          </p:cNvPr>
          <p:cNvSpPr txBox="1"/>
          <p:nvPr/>
        </p:nvSpPr>
        <p:spPr>
          <a:xfrm>
            <a:off x="1920086" y="805750"/>
            <a:ext cx="3251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모어원</a:t>
            </a:r>
            <a:r>
              <a:rPr lang="ko-KR" altLang="en-US" sz="3200" dirty="0"/>
              <a:t> 그리기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2250A09-D02F-966D-A5C4-62A03630B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09" y="1463664"/>
            <a:ext cx="6238495" cy="5130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2BD3A6-BD35-E7A0-622B-E30D1014CF00}"/>
              </a:ext>
            </a:extLst>
          </p:cNvPr>
          <p:cNvSpPr txBox="1"/>
          <p:nvPr/>
        </p:nvSpPr>
        <p:spPr>
          <a:xfrm>
            <a:off x="6746290" y="760107"/>
            <a:ext cx="5165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4-1. </a:t>
            </a:r>
            <a:r>
              <a:rPr lang="ko-KR" altLang="en-US" sz="3200" dirty="0"/>
              <a:t>재료 및 안전계수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631BA-7C90-C4E0-C693-CBA98ADD3570}"/>
              </a:ext>
            </a:extLst>
          </p:cNvPr>
          <p:cNvSpPr txBox="1"/>
          <p:nvPr/>
        </p:nvSpPr>
        <p:spPr>
          <a:xfrm>
            <a:off x="6890561" y="4416485"/>
            <a:ext cx="5020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4-2. </a:t>
            </a:r>
            <a:r>
              <a:rPr lang="ko-KR" altLang="en-US" sz="3200" u="sng" dirty="0"/>
              <a:t>기준</a:t>
            </a:r>
            <a:r>
              <a:rPr lang="ko-KR" altLang="en-US" sz="3200" dirty="0"/>
              <a:t>에 맞게</a:t>
            </a:r>
            <a:r>
              <a:rPr lang="en-US" altLang="ko-KR" sz="3200" dirty="0"/>
              <a:t> </a:t>
            </a:r>
            <a:r>
              <a:rPr lang="ko-KR" altLang="en-US" sz="3200" dirty="0"/>
              <a:t>파손평가</a:t>
            </a:r>
          </a:p>
        </p:txBody>
      </p:sp>
    </p:spTree>
    <p:extLst>
      <p:ext uri="{BB962C8B-B14F-4D97-AF65-F5344CB8AC3E}">
        <p14:creationId xmlns:p14="http://schemas.microsoft.com/office/powerpoint/2010/main" val="257814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510D-48E6-925E-8BC0-D6A8C63A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4FDA05E-A04A-CA1E-D411-81F3D2BF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889" y="81606"/>
            <a:ext cx="3560221" cy="468999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04. </a:t>
            </a:r>
            <a:r>
              <a:rPr lang="ko-KR" altLang="en-US" sz="2800" dirty="0">
                <a:solidFill>
                  <a:schemeClr val="bg1"/>
                </a:solidFill>
              </a:rPr>
              <a:t>기계공학적 한계</a:t>
            </a:r>
          </a:p>
        </p:txBody>
      </p:sp>
      <p:pic>
        <p:nvPicPr>
          <p:cNvPr id="9218" name="Picture 2" descr="Anisotropic magnet vs isotropic magnet - Nbaem | MAGNETSWEBSITE">
            <a:extLst>
              <a:ext uri="{FF2B5EF4-FFF2-40B4-BE49-F238E27FC236}">
                <a16:creationId xmlns:a16="http://schemas.microsoft.com/office/drawing/2014/main" id="{0F6471C4-B2EC-6DA2-B782-F6FB47E8E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0"/>
          <a:stretch>
            <a:fillRect/>
          </a:stretch>
        </p:blipFill>
        <p:spPr bwMode="auto">
          <a:xfrm>
            <a:off x="90202" y="2021003"/>
            <a:ext cx="5291415" cy="403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5D273-9F3E-D648-4520-03FAD0C01956}"/>
              </a:ext>
            </a:extLst>
          </p:cNvPr>
          <p:cNvSpPr txBox="1"/>
          <p:nvPr/>
        </p:nvSpPr>
        <p:spPr>
          <a:xfrm>
            <a:off x="206844" y="805005"/>
            <a:ext cx="63699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/>
              <a:t>1. Addictive Manufacturing [</a:t>
            </a:r>
            <a:r>
              <a:rPr lang="ko-KR" altLang="en-US" sz="2800" dirty="0" err="1"/>
              <a:t>적층제조</a:t>
            </a:r>
            <a:r>
              <a:rPr lang="en-US" altLang="ko-KR" sz="2800" dirty="0"/>
              <a:t>]</a:t>
            </a:r>
          </a:p>
          <a:p>
            <a:pPr algn="ctr"/>
            <a:r>
              <a:rPr lang="ko-KR" altLang="en-US" sz="2800" dirty="0"/>
              <a:t>이방성 </a:t>
            </a:r>
            <a:r>
              <a:rPr lang="en-US" altLang="ko-KR" sz="2800" dirty="0"/>
              <a:t>vs </a:t>
            </a:r>
            <a:r>
              <a:rPr lang="ko-KR" altLang="en-US" sz="2800" dirty="0" err="1"/>
              <a:t>등방성</a:t>
            </a:r>
            <a:endParaRPr lang="ko-KR" altLang="en-US" sz="28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D282F28-0950-5199-773D-9F8D5DF288B5}"/>
              </a:ext>
            </a:extLst>
          </p:cNvPr>
          <p:cNvGrpSpPr/>
          <p:nvPr/>
        </p:nvGrpSpPr>
        <p:grpSpPr>
          <a:xfrm>
            <a:off x="5615143" y="1374656"/>
            <a:ext cx="6576857" cy="4892830"/>
            <a:chOff x="5799679" y="1450310"/>
            <a:chExt cx="6171742" cy="484266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15C99AD-AD8D-39F3-42F3-D5C55648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9679" y="1450310"/>
              <a:ext cx="6171742" cy="484266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2F126E9-8201-421F-E212-C27C686E8F6D}"/>
                </a:ext>
              </a:extLst>
            </p:cNvPr>
            <p:cNvSpPr/>
            <p:nvPr/>
          </p:nvSpPr>
          <p:spPr>
            <a:xfrm>
              <a:off x="5936420" y="4415715"/>
              <a:ext cx="1139825" cy="1243370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6465EF9-4C24-FE89-2263-0D0CFB7B425A}"/>
                </a:ext>
              </a:extLst>
            </p:cNvPr>
            <p:cNvSpPr/>
            <p:nvPr/>
          </p:nvSpPr>
          <p:spPr>
            <a:xfrm>
              <a:off x="10634591" y="4612657"/>
              <a:ext cx="1139825" cy="849486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30EBC1E-0812-E7A8-E550-2EE01FF4CD10}"/>
              </a:ext>
            </a:extLst>
          </p:cNvPr>
          <p:cNvSpPr txBox="1"/>
          <p:nvPr/>
        </p:nvSpPr>
        <p:spPr>
          <a:xfrm>
            <a:off x="7206622" y="6384398"/>
            <a:ext cx="369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출처:</a:t>
            </a:r>
            <a:r>
              <a:rPr lang="ko-KR" altLang="ko-KR" dirty="0"/>
              <a:t> </a:t>
            </a:r>
            <a:r>
              <a:rPr lang="ko-KR" altLang="ko-KR" dirty="0" err="1">
                <a:hlinkClick r:id="rId4"/>
              </a:rPr>
              <a:t>LinkedIn</a:t>
            </a:r>
            <a:r>
              <a:rPr lang="ko-KR" altLang="ko-KR" dirty="0">
                <a:hlinkClick r:id="rId4"/>
              </a:rPr>
              <a:t> - </a:t>
            </a:r>
            <a:r>
              <a:rPr lang="ko-KR" altLang="ko-KR" dirty="0" err="1">
                <a:hlinkClick r:id="rId4"/>
              </a:rPr>
              <a:t>Shivaraj</a:t>
            </a:r>
            <a:r>
              <a:rPr lang="ko-KR" altLang="ko-KR" dirty="0">
                <a:hlinkClick r:id="rId4"/>
              </a:rPr>
              <a:t> </a:t>
            </a:r>
            <a:r>
              <a:rPr lang="ko-KR" altLang="ko-KR" dirty="0" err="1">
                <a:hlinkClick r:id="rId4"/>
              </a:rPr>
              <a:t>Mahajan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52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B184-C732-2349-9E63-3972251D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7346B2C-3514-0ABE-E5DD-809542F4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889" y="81606"/>
            <a:ext cx="3560221" cy="468999"/>
          </a:xfrm>
        </p:spPr>
        <p:txBody>
          <a:bodyPr/>
          <a:lstStyle/>
          <a:p>
            <a:r>
              <a:rPr lang="en-US" altLang="ko-KR" sz="2800">
                <a:solidFill>
                  <a:schemeClr val="bg1"/>
                </a:solidFill>
              </a:rPr>
              <a:t>04. </a:t>
            </a:r>
            <a:r>
              <a:rPr lang="ko-KR" altLang="en-US" sz="2800">
                <a:solidFill>
                  <a:schemeClr val="bg1"/>
                </a:solidFill>
              </a:rPr>
              <a:t>기계공학적 한계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B7DA4-0C26-4A6F-DC9D-89E28CDFEED1}"/>
              </a:ext>
            </a:extLst>
          </p:cNvPr>
          <p:cNvSpPr txBox="1"/>
          <p:nvPr/>
        </p:nvSpPr>
        <p:spPr>
          <a:xfrm>
            <a:off x="410644" y="1076142"/>
            <a:ext cx="4626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응력텐서</a:t>
            </a:r>
            <a:r>
              <a:rPr lang="ko-KR" altLang="en-US" sz="3200" dirty="0"/>
              <a:t> 입력의 한계</a:t>
            </a:r>
          </a:p>
        </p:txBody>
      </p:sp>
      <p:pic>
        <p:nvPicPr>
          <p:cNvPr id="9220" name="Picture 4" descr="Frontiers | Stress concentration characteristics and coefficient  modification for DC04 steel with holes of finite thickness">
            <a:extLst>
              <a:ext uri="{FF2B5EF4-FFF2-40B4-BE49-F238E27FC236}">
                <a16:creationId xmlns:a16="http://schemas.microsoft.com/office/drawing/2014/main" id="{A3EA4D74-F6F8-04F7-95A5-C3D53E8E7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57" y="2186454"/>
            <a:ext cx="4908153" cy="369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Determination and analysis of stress concentration factor in finite plate  with different polygonal discontinuities under uniaxial compression using finite  element analysis (FEA) - IOPscience">
            <a:hlinkClick r:id="rId4"/>
            <a:extLst>
              <a:ext uri="{FF2B5EF4-FFF2-40B4-BE49-F238E27FC236}">
                <a16:creationId xmlns:a16="http://schemas.microsoft.com/office/drawing/2014/main" id="{EFFC7683-9012-FBD5-263E-0D9237530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010" y="856923"/>
            <a:ext cx="6766133" cy="568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5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ê²½ë¶ëíêµì ëí ì´ë¯¸ì§ ê²ìê²°ê³¼">
            <a:extLst>
              <a:ext uri="{FF2B5EF4-FFF2-40B4-BE49-F238E27FC236}">
                <a16:creationId xmlns:a16="http://schemas.microsoft.com/office/drawing/2014/main" id="{C2F61B38-E9AA-479C-AB66-A1BDE82AA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8" b="532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E18C0E-9D73-4B6B-BE0B-566045B87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35000"/>
                </a:schemeClr>
              </a:gs>
              <a:gs pos="55000">
                <a:schemeClr val="tx1">
                  <a:alpha val="60000"/>
                </a:schemeClr>
              </a:gs>
              <a:gs pos="100000">
                <a:schemeClr val="tx1">
                  <a:alpha val="35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5AF8E2-ABFF-44A8-99EB-ED1DEBA0F91D}"/>
              </a:ext>
            </a:extLst>
          </p:cNvPr>
          <p:cNvGrpSpPr/>
          <p:nvPr/>
        </p:nvGrpSpPr>
        <p:grpSpPr>
          <a:xfrm>
            <a:off x="3856363" y="1340533"/>
            <a:ext cx="4479265" cy="3246677"/>
            <a:chOff x="4094464" y="2386543"/>
            <a:chExt cx="4003072" cy="27937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B2FB73-15E1-4C28-9A01-F364F6A1D02F}"/>
                </a:ext>
              </a:extLst>
            </p:cNvPr>
            <p:cNvSpPr/>
            <p:nvPr/>
          </p:nvSpPr>
          <p:spPr>
            <a:xfrm>
              <a:off x="5358278" y="2386543"/>
              <a:ext cx="1475443" cy="1475443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BF95B0-C209-468E-B872-EE467D44796A}"/>
                </a:ext>
              </a:extLst>
            </p:cNvPr>
            <p:cNvSpPr txBox="1"/>
            <p:nvPr/>
          </p:nvSpPr>
          <p:spPr>
            <a:xfrm>
              <a:off x="4094464" y="3733735"/>
              <a:ext cx="400307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ea typeface="조선일보명조" panose="02030304000000000000" pitchFamily="18" charset="-127"/>
                  <a:cs typeface="조선일보명조" panose="02030304000000000000" pitchFamily="18" charset="-127"/>
                </a:rPr>
                <a:t>KNU</a:t>
              </a:r>
              <a:endParaRPr lang="ko-KR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조선일보명조" panose="02030304000000000000" pitchFamily="18" charset="-127"/>
                <a:cs typeface="조선일보명조" panose="02030304000000000000" pitchFamily="18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40726F9-9686-6CEE-98A0-879BC9B9066D}"/>
              </a:ext>
            </a:extLst>
          </p:cNvPr>
          <p:cNvSpPr txBox="1"/>
          <p:nvPr/>
        </p:nvSpPr>
        <p:spPr>
          <a:xfrm>
            <a:off x="299212" y="4587210"/>
            <a:ext cx="1179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</a:rPr>
              <a:t>https://github.com/charlie-ME-dev/Python-Final-Project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38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232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274</Words>
  <Application>Microsoft Office PowerPoint</Application>
  <PresentationFormat>와이드스크린</PresentationFormat>
  <Paragraphs>67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나눔고딕 ExtraBold</vt:lpstr>
      <vt:lpstr>나눔스퀘어</vt:lpstr>
      <vt:lpstr>나눔스퀘어 Bold</vt:lpstr>
      <vt:lpstr>나눔스퀘어 ExtraBold</vt:lpstr>
      <vt:lpstr>맑은 고딕</vt:lpstr>
      <vt:lpstr>Arial</vt:lpstr>
      <vt:lpstr>Arial Black</vt:lpstr>
      <vt:lpstr>HancomEQN</vt:lpstr>
      <vt:lpstr>1_디자인 사용자 지정</vt:lpstr>
      <vt:lpstr>Office 테마</vt:lpstr>
      <vt:lpstr>디자인 사용자 지정</vt:lpstr>
      <vt:lpstr>PowerPoint 프레젠테이션</vt:lpstr>
      <vt:lpstr>PowerPoint 프레젠테이션</vt:lpstr>
      <vt:lpstr>01. 개발 배경 및 필요성 </vt:lpstr>
      <vt:lpstr>01. 개발 배경 및 필요성 </vt:lpstr>
      <vt:lpstr>02. 핵심 기능 및 코드 로직 [Workflow overview]</vt:lpstr>
      <vt:lpstr>02. 핵심 기능 및 코드 로직 [응력 조건 입력]</vt:lpstr>
      <vt:lpstr>02. 핵심 기능 및 코드 로직 [주응력 계산]</vt:lpstr>
      <vt:lpstr>02. 핵심 기능 및 코드 로직 [고유값 계산]</vt:lpstr>
      <vt:lpstr>02. 핵심 기능 및 코드 로직 [모어원 그리기]</vt:lpstr>
      <vt:lpstr>02. 핵심 기능 및 코드 로직 [파손 평가]</vt:lpstr>
      <vt:lpstr>03. 시연 화면</vt:lpstr>
      <vt:lpstr>03. 시연 화면</vt:lpstr>
      <vt:lpstr>04. 기계공학적 한계</vt:lpstr>
      <vt:lpstr>04. 기계공학적 한계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박찬</cp:lastModifiedBy>
  <cp:revision>125</cp:revision>
  <dcterms:created xsi:type="dcterms:W3CDTF">2018-06-20T16:23:00Z</dcterms:created>
  <dcterms:modified xsi:type="dcterms:W3CDTF">2026-06-07T14:25:19Z</dcterms:modified>
</cp:coreProperties>
</file>