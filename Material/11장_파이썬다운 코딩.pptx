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452" r:id="rId5"/>
    <p:sldId id="257" r:id="rId6"/>
    <p:sldId id="342" r:id="rId7"/>
    <p:sldId id="434" r:id="rId8"/>
    <p:sldId id="436" r:id="rId9"/>
    <p:sldId id="347" r:id="rId10"/>
    <p:sldId id="352" r:id="rId11"/>
    <p:sldId id="435" r:id="rId12"/>
    <p:sldId id="361" r:id="rId13"/>
    <p:sldId id="353" r:id="rId14"/>
    <p:sldId id="362" r:id="rId15"/>
    <p:sldId id="437" r:id="rId16"/>
    <p:sldId id="365" r:id="rId17"/>
    <p:sldId id="367" r:id="rId18"/>
    <p:sldId id="368" r:id="rId19"/>
    <p:sldId id="351" r:id="rId20"/>
    <p:sldId id="433" r:id="rId21"/>
    <p:sldId id="369" r:id="rId22"/>
    <p:sldId id="371" r:id="rId23"/>
    <p:sldId id="370" r:id="rId24"/>
    <p:sldId id="373" r:id="rId25"/>
    <p:sldId id="374" r:id="rId26"/>
    <p:sldId id="438" r:id="rId27"/>
    <p:sldId id="411" r:id="rId28"/>
    <p:sldId id="412" r:id="rId29"/>
    <p:sldId id="413" r:id="rId30"/>
    <p:sldId id="414" r:id="rId31"/>
    <p:sldId id="439" r:id="rId32"/>
    <p:sldId id="451" r:id="rId33"/>
    <p:sldId id="440" r:id="rId34"/>
    <p:sldId id="441" r:id="rId35"/>
    <p:sldId id="442" r:id="rId36"/>
    <p:sldId id="443" r:id="rId37"/>
    <p:sldId id="444" r:id="rId38"/>
    <p:sldId id="445" r:id="rId39"/>
    <p:sldId id="388" r:id="rId40"/>
    <p:sldId id="389" r:id="rId41"/>
    <p:sldId id="446" r:id="rId42"/>
    <p:sldId id="391" r:id="rId43"/>
    <p:sldId id="392" r:id="rId44"/>
    <p:sldId id="447" r:id="rId45"/>
    <p:sldId id="448" r:id="rId46"/>
    <p:sldId id="387" r:id="rId47"/>
    <p:sldId id="449" r:id="rId48"/>
    <p:sldId id="397" r:id="rId49"/>
    <p:sldId id="398" r:id="rId50"/>
    <p:sldId id="399" r:id="rId51"/>
    <p:sldId id="400" r:id="rId52"/>
    <p:sldId id="401" r:id="rId53"/>
    <p:sldId id="402" r:id="rId54"/>
    <p:sldId id="403" r:id="rId55"/>
    <p:sldId id="406" r:id="rId56"/>
    <p:sldId id="407" r:id="rId57"/>
    <p:sldId id="408" r:id="rId58"/>
    <p:sldId id="423" r:id="rId59"/>
    <p:sldId id="424" r:id="rId60"/>
    <p:sldId id="425" r:id="rId61"/>
    <p:sldId id="426" r:id="rId62"/>
    <p:sldId id="427" r:id="rId63"/>
    <p:sldId id="428" r:id="rId64"/>
    <p:sldId id="429" r:id="rId65"/>
    <p:sldId id="430" r:id="rId66"/>
    <p:sldId id="431" r:id="rId67"/>
    <p:sldId id="450" r:id="rId68"/>
    <p:sldId id="409" r:id="rId6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ngupak" initials="d" lastIdx="1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C6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62" d="100"/>
          <a:sy n="62" d="100"/>
        </p:scale>
        <p:origin x="42" y="2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7" Type="http://schemas.openxmlformats.org/officeDocument/2006/relationships/slide" Target="slides/slide3.xml"/><Relationship Id="rId71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slide" Target="slides/slide57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commentAuthors" Target="commentAuthors.xml"/><Relationship Id="rId75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안혜강" userId="98b22b6e-56f4-4429-b5e0-faac91709a9d" providerId="ADAL" clId="{043410FD-9735-4C18-89C0-E5E0ADA5CD26}"/>
    <pc:docChg chg="undo modSld">
      <pc:chgData name="안혜강" userId="98b22b6e-56f4-4429-b5e0-faac91709a9d" providerId="ADAL" clId="{043410FD-9735-4C18-89C0-E5E0ADA5CD26}" dt="2021-02-26T06:27:57.778" v="117" actId="113"/>
      <pc:docMkLst>
        <pc:docMk/>
      </pc:docMkLst>
      <pc:sldChg chg="modSp">
        <pc:chgData name="안혜강" userId="98b22b6e-56f4-4429-b5e0-faac91709a9d" providerId="ADAL" clId="{043410FD-9735-4C18-89C0-E5E0ADA5CD26}" dt="2021-02-26T06:11:51.091" v="58" actId="113"/>
        <pc:sldMkLst>
          <pc:docMk/>
          <pc:sldMk cId="4094666034" sldId="279"/>
        </pc:sldMkLst>
        <pc:graphicFrameChg chg="modGraphic">
          <ac:chgData name="안혜강" userId="98b22b6e-56f4-4429-b5e0-faac91709a9d" providerId="ADAL" clId="{043410FD-9735-4C18-89C0-E5E0ADA5CD26}" dt="2021-02-26T06:11:51.091" v="58" actId="113"/>
          <ac:graphicFrameMkLst>
            <pc:docMk/>
            <pc:sldMk cId="4094666034" sldId="279"/>
            <ac:graphicFrameMk id="6" creationId="{0571380C-08D9-4063-95E6-83E745F57531}"/>
          </ac:graphicFrameMkLst>
        </pc:graphicFrameChg>
      </pc:sldChg>
      <pc:sldChg chg="modSp">
        <pc:chgData name="안혜강" userId="98b22b6e-56f4-4429-b5e0-faac91709a9d" providerId="ADAL" clId="{043410FD-9735-4C18-89C0-E5E0ADA5CD26}" dt="2021-02-26T06:07:22.679" v="0" actId="113"/>
        <pc:sldMkLst>
          <pc:docMk/>
          <pc:sldMk cId="3212735918" sldId="347"/>
        </pc:sldMkLst>
        <pc:graphicFrameChg chg="modGraphic">
          <ac:chgData name="안혜강" userId="98b22b6e-56f4-4429-b5e0-faac91709a9d" providerId="ADAL" clId="{043410FD-9735-4C18-89C0-E5E0ADA5CD26}" dt="2021-02-26T06:07:22.679" v="0" actId="113"/>
          <ac:graphicFrameMkLst>
            <pc:docMk/>
            <pc:sldMk cId="3212735918" sldId="347"/>
            <ac:graphicFrameMk id="9" creationId="{8A2B982D-2842-4C08-BB5E-496FCCE52F24}"/>
          </ac:graphicFrameMkLst>
        </pc:graphicFrameChg>
      </pc:sldChg>
      <pc:sldChg chg="modSp">
        <pc:chgData name="안혜강" userId="98b22b6e-56f4-4429-b5e0-faac91709a9d" providerId="ADAL" clId="{043410FD-9735-4C18-89C0-E5E0ADA5CD26}" dt="2021-02-26T06:10:30.964" v="31" actId="113"/>
        <pc:sldMkLst>
          <pc:docMk/>
          <pc:sldMk cId="2237294125" sldId="348"/>
        </pc:sldMkLst>
        <pc:graphicFrameChg chg="modGraphic">
          <ac:chgData name="안혜강" userId="98b22b6e-56f4-4429-b5e0-faac91709a9d" providerId="ADAL" clId="{043410FD-9735-4C18-89C0-E5E0ADA5CD26}" dt="2021-02-26T06:10:30.964" v="31" actId="113"/>
          <ac:graphicFrameMkLst>
            <pc:docMk/>
            <pc:sldMk cId="2237294125" sldId="348"/>
            <ac:graphicFrameMk id="4" creationId="{3E951204-59DF-4ACE-9826-A231A81411C7}"/>
          </ac:graphicFrameMkLst>
        </pc:graphicFrameChg>
      </pc:sldChg>
      <pc:sldChg chg="modSp">
        <pc:chgData name="안혜강" userId="98b22b6e-56f4-4429-b5e0-faac91709a9d" providerId="ADAL" clId="{043410FD-9735-4C18-89C0-E5E0ADA5CD26}" dt="2021-02-26T06:09:18.676" v="18" actId="113"/>
        <pc:sldMkLst>
          <pc:docMk/>
          <pc:sldMk cId="3129505763" sldId="351"/>
        </pc:sldMkLst>
        <pc:graphicFrameChg chg="modGraphic">
          <ac:chgData name="안혜강" userId="98b22b6e-56f4-4429-b5e0-faac91709a9d" providerId="ADAL" clId="{043410FD-9735-4C18-89C0-E5E0ADA5CD26}" dt="2021-02-26T06:09:18.676" v="18" actId="113"/>
          <ac:graphicFrameMkLst>
            <pc:docMk/>
            <pc:sldMk cId="3129505763" sldId="351"/>
            <ac:graphicFrameMk id="32" creationId="{BA9142E0-51D4-4ADA-B4CF-D98EF574E28F}"/>
          </ac:graphicFrameMkLst>
        </pc:graphicFrameChg>
      </pc:sldChg>
      <pc:sldChg chg="modSp">
        <pc:chgData name="안혜강" userId="98b22b6e-56f4-4429-b5e0-faac91709a9d" providerId="ADAL" clId="{043410FD-9735-4C18-89C0-E5E0ADA5CD26}" dt="2021-02-26T06:07:46.332" v="5" actId="113"/>
        <pc:sldMkLst>
          <pc:docMk/>
          <pc:sldMk cId="2970523853" sldId="353"/>
        </pc:sldMkLst>
        <pc:graphicFrameChg chg="modGraphic">
          <ac:chgData name="안혜강" userId="98b22b6e-56f4-4429-b5e0-faac91709a9d" providerId="ADAL" clId="{043410FD-9735-4C18-89C0-E5E0ADA5CD26}" dt="2021-02-26T06:07:46.332" v="5" actId="113"/>
          <ac:graphicFrameMkLst>
            <pc:docMk/>
            <pc:sldMk cId="2970523853" sldId="353"/>
            <ac:graphicFrameMk id="7" creationId="{7C86DDCF-3B9E-4C9C-BA3C-AA474D021EA3}"/>
          </ac:graphicFrameMkLst>
        </pc:graphicFrameChg>
      </pc:sldChg>
      <pc:sldChg chg="modSp">
        <pc:chgData name="안혜강" userId="98b22b6e-56f4-4429-b5e0-faac91709a9d" providerId="ADAL" clId="{043410FD-9735-4C18-89C0-E5E0ADA5CD26}" dt="2021-02-26T06:07:53.565" v="8" actId="113"/>
        <pc:sldMkLst>
          <pc:docMk/>
          <pc:sldMk cId="376694494" sldId="362"/>
        </pc:sldMkLst>
        <pc:graphicFrameChg chg="modGraphic">
          <ac:chgData name="안혜강" userId="98b22b6e-56f4-4429-b5e0-faac91709a9d" providerId="ADAL" clId="{043410FD-9735-4C18-89C0-E5E0ADA5CD26}" dt="2021-02-26T06:07:53.565" v="8" actId="113"/>
          <ac:graphicFrameMkLst>
            <pc:docMk/>
            <pc:sldMk cId="376694494" sldId="362"/>
            <ac:graphicFrameMk id="7" creationId="{7C86DDCF-3B9E-4C9C-BA3C-AA474D021EA3}"/>
          </ac:graphicFrameMkLst>
        </pc:graphicFrameChg>
      </pc:sldChg>
      <pc:sldChg chg="modSp">
        <pc:chgData name="안혜강" userId="98b22b6e-56f4-4429-b5e0-faac91709a9d" providerId="ADAL" clId="{043410FD-9735-4C18-89C0-E5E0ADA5CD26}" dt="2021-02-26T06:08:19.701" v="13" actId="113"/>
        <pc:sldMkLst>
          <pc:docMk/>
          <pc:sldMk cId="903562921" sldId="365"/>
        </pc:sldMkLst>
        <pc:graphicFrameChg chg="modGraphic">
          <ac:chgData name="안혜강" userId="98b22b6e-56f4-4429-b5e0-faac91709a9d" providerId="ADAL" clId="{043410FD-9735-4C18-89C0-E5E0ADA5CD26}" dt="2021-02-26T06:08:19.701" v="13" actId="113"/>
          <ac:graphicFrameMkLst>
            <pc:docMk/>
            <pc:sldMk cId="903562921" sldId="365"/>
            <ac:graphicFrameMk id="9" creationId="{8A2B982D-2842-4C08-BB5E-496FCCE52F24}"/>
          </ac:graphicFrameMkLst>
        </pc:graphicFrameChg>
      </pc:sldChg>
      <pc:sldChg chg="modSp">
        <pc:chgData name="안혜강" userId="98b22b6e-56f4-4429-b5e0-faac91709a9d" providerId="ADAL" clId="{043410FD-9735-4C18-89C0-E5E0ADA5CD26}" dt="2021-02-26T06:09:07.708" v="16" actId="113"/>
        <pc:sldMkLst>
          <pc:docMk/>
          <pc:sldMk cId="3306065270" sldId="367"/>
        </pc:sldMkLst>
        <pc:graphicFrameChg chg="modGraphic">
          <ac:chgData name="안혜강" userId="98b22b6e-56f4-4429-b5e0-faac91709a9d" providerId="ADAL" clId="{043410FD-9735-4C18-89C0-E5E0ADA5CD26}" dt="2021-02-26T06:09:07.708" v="16" actId="113"/>
          <ac:graphicFrameMkLst>
            <pc:docMk/>
            <pc:sldMk cId="3306065270" sldId="367"/>
            <ac:graphicFrameMk id="9" creationId="{8A2B982D-2842-4C08-BB5E-496FCCE52F24}"/>
          </ac:graphicFrameMkLst>
        </pc:graphicFrameChg>
      </pc:sldChg>
      <pc:sldChg chg="modSp">
        <pc:chgData name="안혜강" userId="98b22b6e-56f4-4429-b5e0-faac91709a9d" providerId="ADAL" clId="{043410FD-9735-4C18-89C0-E5E0ADA5CD26}" dt="2021-02-26T06:09:30.748" v="20" actId="113"/>
        <pc:sldMkLst>
          <pc:docMk/>
          <pc:sldMk cId="3838235909" sldId="369"/>
        </pc:sldMkLst>
        <pc:graphicFrameChg chg="modGraphic">
          <ac:chgData name="안혜강" userId="98b22b6e-56f4-4429-b5e0-faac91709a9d" providerId="ADAL" clId="{043410FD-9735-4C18-89C0-E5E0ADA5CD26}" dt="2021-02-26T06:09:30.748" v="20" actId="113"/>
          <ac:graphicFrameMkLst>
            <pc:docMk/>
            <pc:sldMk cId="3838235909" sldId="369"/>
            <ac:graphicFrameMk id="32" creationId="{BA9142E0-51D4-4ADA-B4CF-D98EF574E28F}"/>
          </ac:graphicFrameMkLst>
        </pc:graphicFrameChg>
      </pc:sldChg>
      <pc:sldChg chg="modSp">
        <pc:chgData name="안혜강" userId="98b22b6e-56f4-4429-b5e0-faac91709a9d" providerId="ADAL" clId="{043410FD-9735-4C18-89C0-E5E0ADA5CD26}" dt="2021-02-26T06:09:41.684" v="21" actId="113"/>
        <pc:sldMkLst>
          <pc:docMk/>
          <pc:sldMk cId="2586936665" sldId="371"/>
        </pc:sldMkLst>
        <pc:graphicFrameChg chg="modGraphic">
          <ac:chgData name="안혜강" userId="98b22b6e-56f4-4429-b5e0-faac91709a9d" providerId="ADAL" clId="{043410FD-9735-4C18-89C0-E5E0ADA5CD26}" dt="2021-02-26T06:09:41.684" v="21" actId="113"/>
          <ac:graphicFrameMkLst>
            <pc:docMk/>
            <pc:sldMk cId="2586936665" sldId="371"/>
            <ac:graphicFrameMk id="32" creationId="{BA9142E0-51D4-4ADA-B4CF-D98EF574E28F}"/>
          </ac:graphicFrameMkLst>
        </pc:graphicFrameChg>
      </pc:sldChg>
      <pc:sldChg chg="modSp">
        <pc:chgData name="안혜강" userId="98b22b6e-56f4-4429-b5e0-faac91709a9d" providerId="ADAL" clId="{043410FD-9735-4C18-89C0-E5E0ADA5CD26}" dt="2021-02-26T06:10:27.244" v="30" actId="113"/>
        <pc:sldMkLst>
          <pc:docMk/>
          <pc:sldMk cId="3157040920" sldId="375"/>
        </pc:sldMkLst>
        <pc:graphicFrameChg chg="modGraphic">
          <ac:chgData name="안혜강" userId="98b22b6e-56f4-4429-b5e0-faac91709a9d" providerId="ADAL" clId="{043410FD-9735-4C18-89C0-E5E0ADA5CD26}" dt="2021-02-26T06:10:27.244" v="30" actId="113"/>
          <ac:graphicFrameMkLst>
            <pc:docMk/>
            <pc:sldMk cId="3157040920" sldId="375"/>
            <ac:graphicFrameMk id="4" creationId="{3E951204-59DF-4ACE-9826-A231A81411C7}"/>
          </ac:graphicFrameMkLst>
        </pc:graphicFrameChg>
      </pc:sldChg>
      <pc:sldChg chg="modSp">
        <pc:chgData name="안혜강" userId="98b22b6e-56f4-4429-b5e0-faac91709a9d" providerId="ADAL" clId="{043410FD-9735-4C18-89C0-E5E0ADA5CD26}" dt="2021-02-26T06:10:22.067" v="29" actId="113"/>
        <pc:sldMkLst>
          <pc:docMk/>
          <pc:sldMk cId="3667622401" sldId="378"/>
        </pc:sldMkLst>
        <pc:graphicFrameChg chg="modGraphic">
          <ac:chgData name="안혜강" userId="98b22b6e-56f4-4429-b5e0-faac91709a9d" providerId="ADAL" clId="{043410FD-9735-4C18-89C0-E5E0ADA5CD26}" dt="2021-02-26T06:10:18.020" v="27" actId="113"/>
          <ac:graphicFrameMkLst>
            <pc:docMk/>
            <pc:sldMk cId="3667622401" sldId="378"/>
            <ac:graphicFrameMk id="4" creationId="{3E951204-59DF-4ACE-9826-A231A81411C7}"/>
          </ac:graphicFrameMkLst>
        </pc:graphicFrameChg>
        <pc:graphicFrameChg chg="modGraphic">
          <ac:chgData name="안혜강" userId="98b22b6e-56f4-4429-b5e0-faac91709a9d" providerId="ADAL" clId="{043410FD-9735-4C18-89C0-E5E0ADA5CD26}" dt="2021-02-26T06:10:16.124" v="26" actId="113"/>
          <ac:graphicFrameMkLst>
            <pc:docMk/>
            <pc:sldMk cId="3667622401" sldId="378"/>
            <ac:graphicFrameMk id="11" creationId="{C315BABF-1313-4CDC-965A-9259215ACDBD}"/>
          </ac:graphicFrameMkLst>
        </pc:graphicFrameChg>
        <pc:graphicFrameChg chg="modGraphic">
          <ac:chgData name="안혜강" userId="98b22b6e-56f4-4429-b5e0-faac91709a9d" providerId="ADAL" clId="{043410FD-9735-4C18-89C0-E5E0ADA5CD26}" dt="2021-02-26T06:10:22.067" v="29" actId="113"/>
          <ac:graphicFrameMkLst>
            <pc:docMk/>
            <pc:sldMk cId="3667622401" sldId="378"/>
            <ac:graphicFrameMk id="12" creationId="{560F709A-0691-4B17-9EC4-AF27DECC46B3}"/>
          </ac:graphicFrameMkLst>
        </pc:graphicFrameChg>
      </pc:sldChg>
      <pc:sldChg chg="modSp">
        <pc:chgData name="안혜강" userId="98b22b6e-56f4-4429-b5e0-faac91709a9d" providerId="ADAL" clId="{043410FD-9735-4C18-89C0-E5E0ADA5CD26}" dt="2021-02-26T06:10:43.211" v="32" actId="113"/>
        <pc:sldMkLst>
          <pc:docMk/>
          <pc:sldMk cId="3225636451" sldId="379"/>
        </pc:sldMkLst>
        <pc:graphicFrameChg chg="modGraphic">
          <ac:chgData name="안혜강" userId="98b22b6e-56f4-4429-b5e0-faac91709a9d" providerId="ADAL" clId="{043410FD-9735-4C18-89C0-E5E0ADA5CD26}" dt="2021-02-26T06:10:43.211" v="32" actId="113"/>
          <ac:graphicFrameMkLst>
            <pc:docMk/>
            <pc:sldMk cId="3225636451" sldId="379"/>
            <ac:graphicFrameMk id="4" creationId="{35A87825-B804-47FA-9B33-1AFD2623A701}"/>
          </ac:graphicFrameMkLst>
        </pc:graphicFrameChg>
      </pc:sldChg>
      <pc:sldChg chg="modSp">
        <pc:chgData name="안혜강" userId="98b22b6e-56f4-4429-b5e0-faac91709a9d" providerId="ADAL" clId="{043410FD-9735-4C18-89C0-E5E0ADA5CD26}" dt="2021-02-26T06:10:53.732" v="36" actId="113"/>
        <pc:sldMkLst>
          <pc:docMk/>
          <pc:sldMk cId="1121448527" sldId="381"/>
        </pc:sldMkLst>
        <pc:graphicFrameChg chg="modGraphic">
          <ac:chgData name="안혜강" userId="98b22b6e-56f4-4429-b5e0-faac91709a9d" providerId="ADAL" clId="{043410FD-9735-4C18-89C0-E5E0ADA5CD26}" dt="2021-02-26T06:10:48.636" v="33" actId="113"/>
          <ac:graphicFrameMkLst>
            <pc:docMk/>
            <pc:sldMk cId="1121448527" sldId="381"/>
            <ac:graphicFrameMk id="17" creationId="{7E9699A2-02FA-4F56-AE8A-214B769C2AE0}"/>
          </ac:graphicFrameMkLst>
        </pc:graphicFrameChg>
        <pc:graphicFrameChg chg="modGraphic">
          <ac:chgData name="안혜강" userId="98b22b6e-56f4-4429-b5e0-faac91709a9d" providerId="ADAL" clId="{043410FD-9735-4C18-89C0-E5E0ADA5CD26}" dt="2021-02-26T06:10:53.732" v="36" actId="113"/>
          <ac:graphicFrameMkLst>
            <pc:docMk/>
            <pc:sldMk cId="1121448527" sldId="381"/>
            <ac:graphicFrameMk id="23" creationId="{424D8878-3AE1-4E7C-90CD-F6108F9EFDFB}"/>
          </ac:graphicFrameMkLst>
        </pc:graphicFrameChg>
      </pc:sldChg>
      <pc:sldChg chg="modSp">
        <pc:chgData name="안혜강" userId="98b22b6e-56f4-4429-b5e0-faac91709a9d" providerId="ADAL" clId="{043410FD-9735-4C18-89C0-E5E0ADA5CD26}" dt="2021-02-26T06:11:05.507" v="40" actId="113"/>
        <pc:sldMkLst>
          <pc:docMk/>
          <pc:sldMk cId="3040086855" sldId="382"/>
        </pc:sldMkLst>
        <pc:graphicFrameChg chg="modGraphic">
          <ac:chgData name="안혜강" userId="98b22b6e-56f4-4429-b5e0-faac91709a9d" providerId="ADAL" clId="{043410FD-9735-4C18-89C0-E5E0ADA5CD26}" dt="2021-02-26T06:10:59.283" v="37" actId="113"/>
          <ac:graphicFrameMkLst>
            <pc:docMk/>
            <pc:sldMk cId="3040086855" sldId="382"/>
            <ac:graphicFrameMk id="17" creationId="{7E9699A2-02FA-4F56-AE8A-214B769C2AE0}"/>
          </ac:graphicFrameMkLst>
        </pc:graphicFrameChg>
        <pc:graphicFrameChg chg="modGraphic">
          <ac:chgData name="안혜강" userId="98b22b6e-56f4-4429-b5e0-faac91709a9d" providerId="ADAL" clId="{043410FD-9735-4C18-89C0-E5E0ADA5CD26}" dt="2021-02-26T06:11:05.507" v="40" actId="113"/>
          <ac:graphicFrameMkLst>
            <pc:docMk/>
            <pc:sldMk cId="3040086855" sldId="382"/>
            <ac:graphicFrameMk id="23" creationId="{424D8878-3AE1-4E7C-90CD-F6108F9EFDFB}"/>
          </ac:graphicFrameMkLst>
        </pc:graphicFrameChg>
      </pc:sldChg>
      <pc:sldChg chg="modSp">
        <pc:chgData name="안혜강" userId="98b22b6e-56f4-4429-b5e0-faac91709a9d" providerId="ADAL" clId="{043410FD-9735-4C18-89C0-E5E0ADA5CD26}" dt="2021-02-26T06:12:03.251" v="62" actId="113"/>
        <pc:sldMkLst>
          <pc:docMk/>
          <pc:sldMk cId="964548282" sldId="383"/>
        </pc:sldMkLst>
        <pc:graphicFrameChg chg="modGraphic">
          <ac:chgData name="안혜강" userId="98b22b6e-56f4-4429-b5e0-faac91709a9d" providerId="ADAL" clId="{043410FD-9735-4C18-89C0-E5E0ADA5CD26}" dt="2021-02-26T06:12:03.251" v="62" actId="113"/>
          <ac:graphicFrameMkLst>
            <pc:docMk/>
            <pc:sldMk cId="964548282" sldId="383"/>
            <ac:graphicFrameMk id="6" creationId="{0571380C-08D9-4063-95E6-83E745F57531}"/>
          </ac:graphicFrameMkLst>
        </pc:graphicFrameChg>
      </pc:sldChg>
      <pc:sldChg chg="modSp">
        <pc:chgData name="안혜강" userId="98b22b6e-56f4-4429-b5e0-faac91709a9d" providerId="ADAL" clId="{043410FD-9735-4C18-89C0-E5E0ADA5CD26}" dt="2021-02-26T06:12:16.483" v="66" actId="113"/>
        <pc:sldMkLst>
          <pc:docMk/>
          <pc:sldMk cId="3805472601" sldId="384"/>
        </pc:sldMkLst>
        <pc:graphicFrameChg chg="modGraphic">
          <ac:chgData name="안혜강" userId="98b22b6e-56f4-4429-b5e0-faac91709a9d" providerId="ADAL" clId="{043410FD-9735-4C18-89C0-E5E0ADA5CD26}" dt="2021-02-26T06:12:16.483" v="66" actId="113"/>
          <ac:graphicFrameMkLst>
            <pc:docMk/>
            <pc:sldMk cId="3805472601" sldId="384"/>
            <ac:graphicFrameMk id="17" creationId="{7E9699A2-02FA-4F56-AE8A-214B769C2AE0}"/>
          </ac:graphicFrameMkLst>
        </pc:graphicFrameChg>
      </pc:sldChg>
      <pc:sldChg chg="modSp">
        <pc:chgData name="안혜강" userId="98b22b6e-56f4-4429-b5e0-faac91709a9d" providerId="ADAL" clId="{043410FD-9735-4C18-89C0-E5E0ADA5CD26}" dt="2021-02-26T06:12:40.130" v="76" actId="113"/>
        <pc:sldMkLst>
          <pc:docMk/>
          <pc:sldMk cId="1898487019" sldId="385"/>
        </pc:sldMkLst>
        <pc:graphicFrameChg chg="modGraphic">
          <ac:chgData name="안혜강" userId="98b22b6e-56f4-4429-b5e0-faac91709a9d" providerId="ADAL" clId="{043410FD-9735-4C18-89C0-E5E0ADA5CD26}" dt="2021-02-26T06:12:29.259" v="70" actId="113"/>
          <ac:graphicFrameMkLst>
            <pc:docMk/>
            <pc:sldMk cId="1898487019" sldId="385"/>
            <ac:graphicFrameMk id="6" creationId="{0571380C-08D9-4063-95E6-83E745F57531}"/>
          </ac:graphicFrameMkLst>
        </pc:graphicFrameChg>
        <pc:graphicFrameChg chg="modGraphic">
          <ac:chgData name="안혜강" userId="98b22b6e-56f4-4429-b5e0-faac91709a9d" providerId="ADAL" clId="{043410FD-9735-4C18-89C0-E5E0ADA5CD26}" dt="2021-02-26T06:12:40.130" v="76" actId="113"/>
          <ac:graphicFrameMkLst>
            <pc:docMk/>
            <pc:sldMk cId="1898487019" sldId="385"/>
            <ac:graphicFrameMk id="7" creationId="{2F1E9C2F-C5FC-484E-B946-F2811AC9756F}"/>
          </ac:graphicFrameMkLst>
        </pc:graphicFrameChg>
      </pc:sldChg>
      <pc:sldChg chg="modSp">
        <pc:chgData name="안혜강" userId="98b22b6e-56f4-4429-b5e0-faac91709a9d" providerId="ADAL" clId="{043410FD-9735-4C18-89C0-E5E0ADA5CD26}" dt="2021-02-26T06:26:55.380" v="95" actId="113"/>
        <pc:sldMkLst>
          <pc:docMk/>
          <pc:sldMk cId="2793846264" sldId="387"/>
        </pc:sldMkLst>
        <pc:graphicFrameChg chg="modGraphic">
          <ac:chgData name="안혜강" userId="98b22b6e-56f4-4429-b5e0-faac91709a9d" providerId="ADAL" clId="{043410FD-9735-4C18-89C0-E5E0ADA5CD26}" dt="2021-02-26T06:26:55.380" v="95" actId="113"/>
          <ac:graphicFrameMkLst>
            <pc:docMk/>
            <pc:sldMk cId="2793846264" sldId="387"/>
            <ac:graphicFrameMk id="17" creationId="{B6DEE713-EC87-4331-9FF5-A898E3FD9D7E}"/>
          </ac:graphicFrameMkLst>
        </pc:graphicFrameChg>
      </pc:sldChg>
      <pc:sldChg chg="modSp">
        <pc:chgData name="안혜강" userId="98b22b6e-56f4-4429-b5e0-faac91709a9d" providerId="ADAL" clId="{043410FD-9735-4C18-89C0-E5E0ADA5CD26}" dt="2021-02-26T06:26:26.052" v="89" actId="113"/>
        <pc:sldMkLst>
          <pc:docMk/>
          <pc:sldMk cId="3537372223" sldId="390"/>
        </pc:sldMkLst>
        <pc:graphicFrameChg chg="modGraphic">
          <ac:chgData name="안혜강" userId="98b22b6e-56f4-4429-b5e0-faac91709a9d" providerId="ADAL" clId="{043410FD-9735-4C18-89C0-E5E0ADA5CD26}" dt="2021-02-26T06:26:03.844" v="81" actId="113"/>
          <ac:graphicFrameMkLst>
            <pc:docMk/>
            <pc:sldMk cId="3537372223" sldId="390"/>
            <ac:graphicFrameMk id="4" creationId="{35A87825-B804-47FA-9B33-1AFD2623A701}"/>
          </ac:graphicFrameMkLst>
        </pc:graphicFrameChg>
        <pc:graphicFrameChg chg="modGraphic">
          <ac:chgData name="안혜강" userId="98b22b6e-56f4-4429-b5e0-faac91709a9d" providerId="ADAL" clId="{043410FD-9735-4C18-89C0-E5E0ADA5CD26}" dt="2021-02-26T06:26:26.052" v="89" actId="113"/>
          <ac:graphicFrameMkLst>
            <pc:docMk/>
            <pc:sldMk cId="3537372223" sldId="390"/>
            <ac:graphicFrameMk id="10" creationId="{F07F2B9B-53C2-4313-AB39-F1EAA0C3DC36}"/>
          </ac:graphicFrameMkLst>
        </pc:graphicFrameChg>
      </pc:sldChg>
      <pc:sldChg chg="modSp">
        <pc:chgData name="안혜강" userId="98b22b6e-56f4-4429-b5e0-faac91709a9d" providerId="ADAL" clId="{043410FD-9735-4C18-89C0-E5E0ADA5CD26}" dt="2021-02-26T06:26:47.179" v="91" actId="113"/>
        <pc:sldMkLst>
          <pc:docMk/>
          <pc:sldMk cId="1451548772" sldId="394"/>
        </pc:sldMkLst>
        <pc:graphicFrameChg chg="modGraphic">
          <ac:chgData name="안혜강" userId="98b22b6e-56f4-4429-b5e0-faac91709a9d" providerId="ADAL" clId="{043410FD-9735-4C18-89C0-E5E0ADA5CD26}" dt="2021-02-26T06:26:47.179" v="91" actId="113"/>
          <ac:graphicFrameMkLst>
            <pc:docMk/>
            <pc:sldMk cId="1451548772" sldId="394"/>
            <ac:graphicFrameMk id="6" creationId="{0571380C-08D9-4063-95E6-83E745F57531}"/>
          </ac:graphicFrameMkLst>
        </pc:graphicFrameChg>
      </pc:sldChg>
      <pc:sldChg chg="modSp">
        <pc:chgData name="안혜강" userId="98b22b6e-56f4-4429-b5e0-faac91709a9d" providerId="ADAL" clId="{043410FD-9735-4C18-89C0-E5E0ADA5CD26}" dt="2021-02-26T06:27:11.147" v="102" actId="113"/>
        <pc:sldMkLst>
          <pc:docMk/>
          <pc:sldMk cId="2702446583" sldId="395"/>
        </pc:sldMkLst>
        <pc:graphicFrameChg chg="modGraphic">
          <ac:chgData name="안혜강" userId="98b22b6e-56f4-4429-b5e0-faac91709a9d" providerId="ADAL" clId="{043410FD-9735-4C18-89C0-E5E0ADA5CD26}" dt="2021-02-26T06:27:06.604" v="99" actId="113"/>
          <ac:graphicFrameMkLst>
            <pc:docMk/>
            <pc:sldMk cId="2702446583" sldId="395"/>
            <ac:graphicFrameMk id="17" creationId="{B6DEE713-EC87-4331-9FF5-A898E3FD9D7E}"/>
          </ac:graphicFrameMkLst>
        </pc:graphicFrameChg>
        <pc:graphicFrameChg chg="modGraphic">
          <ac:chgData name="안혜강" userId="98b22b6e-56f4-4429-b5e0-faac91709a9d" providerId="ADAL" clId="{043410FD-9735-4C18-89C0-E5E0ADA5CD26}" dt="2021-02-26T06:27:11.147" v="102" actId="113"/>
          <ac:graphicFrameMkLst>
            <pc:docMk/>
            <pc:sldMk cId="2702446583" sldId="395"/>
            <ac:graphicFrameMk id="23" creationId="{5A35B459-79B7-451C-AA82-67D574EB935D}"/>
          </ac:graphicFrameMkLst>
        </pc:graphicFrameChg>
      </pc:sldChg>
      <pc:sldChg chg="modSp">
        <pc:chgData name="안혜강" userId="98b22b6e-56f4-4429-b5e0-faac91709a9d" providerId="ADAL" clId="{043410FD-9735-4C18-89C0-E5E0ADA5CD26}" dt="2021-02-26T06:27:29.427" v="108" actId="113"/>
        <pc:sldMkLst>
          <pc:docMk/>
          <pc:sldMk cId="883041840" sldId="397"/>
        </pc:sldMkLst>
        <pc:graphicFrameChg chg="modGraphic">
          <ac:chgData name="안혜강" userId="98b22b6e-56f4-4429-b5e0-faac91709a9d" providerId="ADAL" clId="{043410FD-9735-4C18-89C0-E5E0ADA5CD26}" dt="2021-02-26T06:27:29.427" v="108" actId="113"/>
          <ac:graphicFrameMkLst>
            <pc:docMk/>
            <pc:sldMk cId="883041840" sldId="397"/>
            <ac:graphicFrameMk id="17" creationId="{B6DEE713-EC87-4331-9FF5-A898E3FD9D7E}"/>
          </ac:graphicFrameMkLst>
        </pc:graphicFrameChg>
      </pc:sldChg>
      <pc:sldChg chg="modSp">
        <pc:chgData name="안혜강" userId="98b22b6e-56f4-4429-b5e0-faac91709a9d" providerId="ADAL" clId="{043410FD-9735-4C18-89C0-E5E0ADA5CD26}" dt="2021-02-26T06:27:48.010" v="112" actId="113"/>
        <pc:sldMkLst>
          <pc:docMk/>
          <pc:sldMk cId="3543652139" sldId="407"/>
        </pc:sldMkLst>
        <pc:graphicFrameChg chg="modGraphic">
          <ac:chgData name="안혜강" userId="98b22b6e-56f4-4429-b5e0-faac91709a9d" providerId="ADAL" clId="{043410FD-9735-4C18-89C0-E5E0ADA5CD26}" dt="2021-02-26T06:27:48.010" v="112" actId="113"/>
          <ac:graphicFrameMkLst>
            <pc:docMk/>
            <pc:sldMk cId="3543652139" sldId="407"/>
            <ac:graphicFrameMk id="8" creationId="{EE5B7433-A8B4-4392-9B2B-EBFF42B56E8F}"/>
          </ac:graphicFrameMkLst>
        </pc:graphicFrameChg>
      </pc:sldChg>
      <pc:sldChg chg="modSp">
        <pc:chgData name="안혜강" userId="98b22b6e-56f4-4429-b5e0-faac91709a9d" providerId="ADAL" clId="{043410FD-9735-4C18-89C0-E5E0ADA5CD26}" dt="2021-02-26T06:27:57.778" v="117" actId="113"/>
        <pc:sldMkLst>
          <pc:docMk/>
          <pc:sldMk cId="1671800859" sldId="408"/>
        </pc:sldMkLst>
        <pc:graphicFrameChg chg="modGraphic">
          <ac:chgData name="안혜강" userId="98b22b6e-56f4-4429-b5e0-faac91709a9d" providerId="ADAL" clId="{043410FD-9735-4C18-89C0-E5E0ADA5CD26}" dt="2021-02-26T06:27:57.778" v="117" actId="113"/>
          <ac:graphicFrameMkLst>
            <pc:docMk/>
            <pc:sldMk cId="1671800859" sldId="408"/>
            <ac:graphicFrameMk id="17" creationId="{B6DEE713-EC87-4331-9FF5-A898E3FD9D7E}"/>
          </ac:graphicFrameMkLst>
        </pc:graphicFrameChg>
      </pc:sldChg>
    </pc:docChg>
  </pc:docChgLst>
  <pc:docChgLst>
    <pc:chgData name=" " userId="cebcdd3f-733e-4af1-b963-9742717e494c" providerId="ADAL" clId="{3769AE71-B062-4B58-BFF1-88AFE3AB739B}"/>
    <pc:docChg chg="modSld">
      <pc:chgData name=" " userId="cebcdd3f-733e-4af1-b963-9742717e494c" providerId="ADAL" clId="{3769AE71-B062-4B58-BFF1-88AFE3AB739B}" dt="2021-02-26T07:08:07.150" v="21" actId="113"/>
      <pc:docMkLst>
        <pc:docMk/>
      </pc:docMkLst>
      <pc:sldChg chg="modSp">
        <pc:chgData name=" " userId="cebcdd3f-733e-4af1-b963-9742717e494c" providerId="ADAL" clId="{3769AE71-B062-4B58-BFF1-88AFE3AB739B}" dt="2021-02-26T06:43:03.159" v="0" actId="113"/>
        <pc:sldMkLst>
          <pc:docMk/>
          <pc:sldMk cId="3212735918" sldId="347"/>
        </pc:sldMkLst>
        <pc:graphicFrameChg chg="modGraphic">
          <ac:chgData name=" " userId="cebcdd3f-733e-4af1-b963-9742717e494c" providerId="ADAL" clId="{3769AE71-B062-4B58-BFF1-88AFE3AB739B}" dt="2021-02-26T06:43:03.159" v="0" actId="113"/>
          <ac:graphicFrameMkLst>
            <pc:docMk/>
            <pc:sldMk cId="3212735918" sldId="347"/>
            <ac:graphicFrameMk id="9" creationId="{8A2B982D-2842-4C08-BB5E-496FCCE52F24}"/>
          </ac:graphicFrameMkLst>
        </pc:graphicFrameChg>
      </pc:sldChg>
      <pc:sldChg chg="modSp">
        <pc:chgData name=" " userId="cebcdd3f-733e-4af1-b963-9742717e494c" providerId="ADAL" clId="{3769AE71-B062-4B58-BFF1-88AFE3AB739B}" dt="2021-02-26T06:43:11.458" v="3" actId="108"/>
        <pc:sldMkLst>
          <pc:docMk/>
          <pc:sldMk cId="3691048801" sldId="352"/>
        </pc:sldMkLst>
        <pc:graphicFrameChg chg="mod modGraphic">
          <ac:chgData name=" " userId="cebcdd3f-733e-4af1-b963-9742717e494c" providerId="ADAL" clId="{3769AE71-B062-4B58-BFF1-88AFE3AB739B}" dt="2021-02-26T06:43:10.326" v="2"/>
          <ac:graphicFrameMkLst>
            <pc:docMk/>
            <pc:sldMk cId="3691048801" sldId="352"/>
            <ac:graphicFrameMk id="6" creationId="{B43211F2-E960-4005-BE3F-B260271B0243}"/>
          </ac:graphicFrameMkLst>
        </pc:graphicFrameChg>
        <pc:graphicFrameChg chg="modGraphic">
          <ac:chgData name=" " userId="cebcdd3f-733e-4af1-b963-9742717e494c" providerId="ADAL" clId="{3769AE71-B062-4B58-BFF1-88AFE3AB739B}" dt="2021-02-26T06:43:11.458" v="3" actId="108"/>
          <ac:graphicFrameMkLst>
            <pc:docMk/>
            <pc:sldMk cId="3691048801" sldId="352"/>
            <ac:graphicFrameMk id="12" creationId="{E7F354E9-0C37-4FA6-B18F-1634EE8AFC26}"/>
          </ac:graphicFrameMkLst>
        </pc:graphicFrameChg>
      </pc:sldChg>
      <pc:sldChg chg="modSp">
        <pc:chgData name=" " userId="cebcdd3f-733e-4af1-b963-9742717e494c" providerId="ADAL" clId="{3769AE71-B062-4B58-BFF1-88AFE3AB739B}" dt="2021-02-26T06:43:22.709" v="5" actId="113"/>
        <pc:sldMkLst>
          <pc:docMk/>
          <pc:sldMk cId="2970523853" sldId="353"/>
        </pc:sldMkLst>
        <pc:graphicFrameChg chg="modGraphic">
          <ac:chgData name=" " userId="cebcdd3f-733e-4af1-b963-9742717e494c" providerId="ADAL" clId="{3769AE71-B062-4B58-BFF1-88AFE3AB739B}" dt="2021-02-26T06:43:22.709" v="5" actId="113"/>
          <ac:graphicFrameMkLst>
            <pc:docMk/>
            <pc:sldMk cId="2970523853" sldId="353"/>
            <ac:graphicFrameMk id="7" creationId="{7C86DDCF-3B9E-4C9C-BA3C-AA474D021EA3}"/>
          </ac:graphicFrameMkLst>
        </pc:graphicFrameChg>
      </pc:sldChg>
      <pc:sldChg chg="modSp">
        <pc:chgData name=" " userId="cebcdd3f-733e-4af1-b963-9742717e494c" providerId="ADAL" clId="{3769AE71-B062-4B58-BFF1-88AFE3AB739B}" dt="2021-02-26T06:43:32.700" v="7" actId="113"/>
        <pc:sldMkLst>
          <pc:docMk/>
          <pc:sldMk cId="903562921" sldId="365"/>
        </pc:sldMkLst>
        <pc:graphicFrameChg chg="modGraphic">
          <ac:chgData name=" " userId="cebcdd3f-733e-4af1-b963-9742717e494c" providerId="ADAL" clId="{3769AE71-B062-4B58-BFF1-88AFE3AB739B}" dt="2021-02-26T06:43:32.700" v="7" actId="113"/>
          <ac:graphicFrameMkLst>
            <pc:docMk/>
            <pc:sldMk cId="903562921" sldId="365"/>
            <ac:graphicFrameMk id="9" creationId="{8A2B982D-2842-4C08-BB5E-496FCCE52F24}"/>
          </ac:graphicFrameMkLst>
        </pc:graphicFrameChg>
      </pc:sldChg>
      <pc:sldChg chg="modSp">
        <pc:chgData name=" " userId="cebcdd3f-733e-4af1-b963-9742717e494c" providerId="ADAL" clId="{3769AE71-B062-4B58-BFF1-88AFE3AB739B}" dt="2021-02-26T06:43:41.665" v="8" actId="113"/>
        <pc:sldMkLst>
          <pc:docMk/>
          <pc:sldMk cId="3306065270" sldId="367"/>
        </pc:sldMkLst>
        <pc:graphicFrameChg chg="modGraphic">
          <ac:chgData name=" " userId="cebcdd3f-733e-4af1-b963-9742717e494c" providerId="ADAL" clId="{3769AE71-B062-4B58-BFF1-88AFE3AB739B}" dt="2021-02-26T06:43:41.665" v="8" actId="113"/>
          <ac:graphicFrameMkLst>
            <pc:docMk/>
            <pc:sldMk cId="3306065270" sldId="367"/>
            <ac:graphicFrameMk id="4" creationId="{B070CF40-A64F-4F63-93BE-6F9297CC5250}"/>
          </ac:graphicFrameMkLst>
        </pc:graphicFrameChg>
      </pc:sldChg>
      <pc:sldChg chg="modSp">
        <pc:chgData name=" " userId="cebcdd3f-733e-4af1-b963-9742717e494c" providerId="ADAL" clId="{3769AE71-B062-4B58-BFF1-88AFE3AB739B}" dt="2021-02-26T06:43:51.689" v="9" actId="113"/>
        <pc:sldMkLst>
          <pc:docMk/>
          <pc:sldMk cId="3838235909" sldId="369"/>
        </pc:sldMkLst>
        <pc:graphicFrameChg chg="modGraphic">
          <ac:chgData name=" " userId="cebcdd3f-733e-4af1-b963-9742717e494c" providerId="ADAL" clId="{3769AE71-B062-4B58-BFF1-88AFE3AB739B}" dt="2021-02-26T06:43:51.689" v="9" actId="113"/>
          <ac:graphicFrameMkLst>
            <pc:docMk/>
            <pc:sldMk cId="3838235909" sldId="369"/>
            <ac:graphicFrameMk id="32" creationId="{BA9142E0-51D4-4ADA-B4CF-D98EF574E28F}"/>
          </ac:graphicFrameMkLst>
        </pc:graphicFrameChg>
      </pc:sldChg>
      <pc:sldChg chg="modSp">
        <pc:chgData name=" " userId="cebcdd3f-733e-4af1-b963-9742717e494c" providerId="ADAL" clId="{3769AE71-B062-4B58-BFF1-88AFE3AB739B}" dt="2021-02-26T06:44:01.659" v="10" actId="113"/>
        <pc:sldMkLst>
          <pc:docMk/>
          <pc:sldMk cId="3157040920" sldId="375"/>
        </pc:sldMkLst>
        <pc:graphicFrameChg chg="modGraphic">
          <ac:chgData name=" " userId="cebcdd3f-733e-4af1-b963-9742717e494c" providerId="ADAL" clId="{3769AE71-B062-4B58-BFF1-88AFE3AB739B}" dt="2021-02-26T06:44:01.659" v="10" actId="113"/>
          <ac:graphicFrameMkLst>
            <pc:docMk/>
            <pc:sldMk cId="3157040920" sldId="375"/>
            <ac:graphicFrameMk id="4" creationId="{3E951204-59DF-4ACE-9826-A231A81411C7}"/>
          </ac:graphicFrameMkLst>
        </pc:graphicFrameChg>
      </pc:sldChg>
      <pc:sldChg chg="modSp">
        <pc:chgData name=" " userId="cebcdd3f-733e-4af1-b963-9742717e494c" providerId="ADAL" clId="{3769AE71-B062-4B58-BFF1-88AFE3AB739B}" dt="2021-02-26T06:44:38.724" v="11" actId="113"/>
        <pc:sldMkLst>
          <pc:docMk/>
          <pc:sldMk cId="2793846264" sldId="387"/>
        </pc:sldMkLst>
        <pc:graphicFrameChg chg="modGraphic">
          <ac:chgData name=" " userId="cebcdd3f-733e-4af1-b963-9742717e494c" providerId="ADAL" clId="{3769AE71-B062-4B58-BFF1-88AFE3AB739B}" dt="2021-02-26T06:44:38.724" v="11" actId="113"/>
          <ac:graphicFrameMkLst>
            <pc:docMk/>
            <pc:sldMk cId="2793846264" sldId="387"/>
            <ac:graphicFrameMk id="17" creationId="{B6DEE713-EC87-4331-9FF5-A898E3FD9D7E}"/>
          </ac:graphicFrameMkLst>
        </pc:graphicFrameChg>
      </pc:sldChg>
      <pc:sldChg chg="modSp">
        <pc:chgData name=" " userId="cebcdd3f-733e-4af1-b963-9742717e494c" providerId="ADAL" clId="{3769AE71-B062-4B58-BFF1-88AFE3AB739B}" dt="2021-02-26T06:44:46.625" v="13" actId="113"/>
        <pc:sldMkLst>
          <pc:docMk/>
          <pc:sldMk cId="2702446583" sldId="395"/>
        </pc:sldMkLst>
        <pc:graphicFrameChg chg="modGraphic">
          <ac:chgData name=" " userId="cebcdd3f-733e-4af1-b963-9742717e494c" providerId="ADAL" clId="{3769AE71-B062-4B58-BFF1-88AFE3AB739B}" dt="2021-02-26T06:44:42.999" v="12" actId="113"/>
          <ac:graphicFrameMkLst>
            <pc:docMk/>
            <pc:sldMk cId="2702446583" sldId="395"/>
            <ac:graphicFrameMk id="17" creationId="{B6DEE713-EC87-4331-9FF5-A898E3FD9D7E}"/>
          </ac:graphicFrameMkLst>
        </pc:graphicFrameChg>
        <pc:graphicFrameChg chg="modGraphic">
          <ac:chgData name=" " userId="cebcdd3f-733e-4af1-b963-9742717e494c" providerId="ADAL" clId="{3769AE71-B062-4B58-BFF1-88AFE3AB739B}" dt="2021-02-26T06:44:46.625" v="13" actId="113"/>
          <ac:graphicFrameMkLst>
            <pc:docMk/>
            <pc:sldMk cId="2702446583" sldId="395"/>
            <ac:graphicFrameMk id="23" creationId="{5A35B459-79B7-451C-AA82-67D574EB935D}"/>
          </ac:graphicFrameMkLst>
        </pc:graphicFrameChg>
      </pc:sldChg>
      <pc:sldChg chg="modSp">
        <pc:chgData name=" " userId="cebcdd3f-733e-4af1-b963-9742717e494c" providerId="ADAL" clId="{3769AE71-B062-4B58-BFF1-88AFE3AB739B}" dt="2021-02-26T07:06:19.794" v="20" actId="108"/>
        <pc:sldMkLst>
          <pc:docMk/>
          <pc:sldMk cId="883041840" sldId="397"/>
        </pc:sldMkLst>
        <pc:graphicFrameChg chg="mod modGraphic">
          <ac:chgData name=" " userId="cebcdd3f-733e-4af1-b963-9742717e494c" providerId="ADAL" clId="{3769AE71-B062-4B58-BFF1-88AFE3AB739B}" dt="2021-02-26T07:06:19.794" v="20" actId="108"/>
          <ac:graphicFrameMkLst>
            <pc:docMk/>
            <pc:sldMk cId="883041840" sldId="397"/>
            <ac:graphicFrameMk id="17" creationId="{B6DEE713-EC87-4331-9FF5-A898E3FD9D7E}"/>
          </ac:graphicFrameMkLst>
        </pc:graphicFrameChg>
      </pc:sldChg>
      <pc:sldChg chg="modSp">
        <pc:chgData name=" " userId="cebcdd3f-733e-4af1-b963-9742717e494c" providerId="ADAL" clId="{3769AE71-B062-4B58-BFF1-88AFE3AB739B}" dt="2021-02-26T07:08:07.150" v="21" actId="113"/>
        <pc:sldMkLst>
          <pc:docMk/>
          <pc:sldMk cId="1671800859" sldId="408"/>
        </pc:sldMkLst>
        <pc:graphicFrameChg chg="modGraphic">
          <ac:chgData name=" " userId="cebcdd3f-733e-4af1-b963-9742717e494c" providerId="ADAL" clId="{3769AE71-B062-4B58-BFF1-88AFE3AB739B}" dt="2021-02-26T07:08:07.150" v="21" actId="113"/>
          <ac:graphicFrameMkLst>
            <pc:docMk/>
            <pc:sldMk cId="1671800859" sldId="408"/>
            <ac:graphicFrameMk id="17" creationId="{B6DEE713-EC87-4331-9FF5-A898E3FD9D7E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E555-41BD-4F42-BACD-260A3D2E8810}" type="datetimeFigureOut">
              <a:rPr lang="ko-KR" altLang="en-US" smtClean="0"/>
              <a:t>2024-10-21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98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11" name="내용 개체 틀 2"/>
          <p:cNvSpPr>
            <a:spLocks noGrp="1"/>
          </p:cNvSpPr>
          <p:nvPr>
            <p:ph idx="14" hasCustomPrompt="1"/>
          </p:nvPr>
        </p:nvSpPr>
        <p:spPr>
          <a:xfrm>
            <a:off x="1067257" y="1128237"/>
            <a:ext cx="10014757" cy="4917999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7" name="모서리가 둥근 직사각형 16"/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0582275" y="90475"/>
            <a:ext cx="1038454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70B5FAD-91D9-5136-8EC2-B73791B61B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440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모서리가 둥근 직사각형 16">
            <a:extLst>
              <a:ext uri="{FF2B5EF4-FFF2-40B4-BE49-F238E27FC236}">
                <a16:creationId xmlns:a16="http://schemas.microsoft.com/office/drawing/2014/main" id="{D9922996-39A1-D144-2529-4EE6920C524F}"/>
              </a:ext>
            </a:extLst>
          </p:cNvPr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FF4CCE-76D5-FB87-7563-41F1390CD823}"/>
              </a:ext>
            </a:extLst>
          </p:cNvPr>
          <p:cNvSpPr txBox="1"/>
          <p:nvPr userDrawn="1"/>
        </p:nvSpPr>
        <p:spPr>
          <a:xfrm>
            <a:off x="10582275" y="90475"/>
            <a:ext cx="986332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04A0A25-03E6-68C0-D458-43887041AE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493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7590359-BB23-F0F2-D6AB-13043CD4CA6F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AD178D0-9D0B-D7BF-4359-941B74EE8B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70B40FF4-AB01-1A8B-4ABD-88F6BAEAFD55}"/>
              </a:ext>
            </a:extLst>
          </p:cNvPr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4" name="모서리가 둥근 직사각형 16">
            <a:extLst>
              <a:ext uri="{FF2B5EF4-FFF2-40B4-BE49-F238E27FC236}">
                <a16:creationId xmlns:a16="http://schemas.microsoft.com/office/drawing/2014/main" id="{FD3DA280-44CE-4EC9-F4DF-93D05602707F}"/>
              </a:ext>
            </a:extLst>
          </p:cNvPr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1D8060-B0F5-0224-2109-C51C1E77C3DE}"/>
              </a:ext>
            </a:extLst>
          </p:cNvPr>
          <p:cNvSpPr txBox="1"/>
          <p:nvPr userDrawn="1"/>
        </p:nvSpPr>
        <p:spPr>
          <a:xfrm>
            <a:off x="10582275" y="90475"/>
            <a:ext cx="1024433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8E4CDDD-6B66-CD7E-416E-ACDEDDF42B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1007437" y="1124744"/>
            <a:ext cx="10177129" cy="57606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>
                <a:solidFill>
                  <a:srgbClr val="385723"/>
                </a:solidFill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5835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480B8AFC-1442-2A41-38E6-098E199D644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067257" y="1700809"/>
            <a:ext cx="10014757" cy="4345428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9123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11" name="내용 개체 틀 2"/>
          <p:cNvSpPr>
            <a:spLocks noGrp="1"/>
          </p:cNvSpPr>
          <p:nvPr>
            <p:ph idx="14" hasCustomPrompt="1"/>
          </p:nvPr>
        </p:nvSpPr>
        <p:spPr>
          <a:xfrm>
            <a:off x="1067257" y="1128237"/>
            <a:ext cx="10014757" cy="4917999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7" name="모서리가 둥근 직사각형 16"/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0582275" y="90475"/>
            <a:ext cx="1038454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tx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tx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70B5FAD-91D9-5136-8EC2-B73791B61B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406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E555-41BD-4F42-BACD-260A3D2E8810}" type="datetimeFigureOut">
              <a:rPr lang="ko-KR" altLang="en-US" smtClean="0"/>
              <a:t>2024-10-21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74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9E555-41BD-4F42-BACD-260A3D2E8810}" type="datetimeFigureOut">
              <a:rPr lang="ko-KR" altLang="en-US" smtClean="0"/>
              <a:t>2024-10-21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874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6294572" y="3147963"/>
            <a:ext cx="5488615" cy="5620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3600" b="1" dirty="0" smtClean="0">
                <a:solidFill>
                  <a:schemeClr val="accent6">
                    <a:lumMod val="50000"/>
                  </a:schemeClr>
                </a:solidFill>
              </a:rPr>
              <a:t>11</a:t>
            </a:r>
            <a:r>
              <a:rPr lang="ko-KR" altLang="en-US" sz="3600" b="1" dirty="0" smtClean="0">
                <a:solidFill>
                  <a:schemeClr val="accent6">
                    <a:lumMod val="50000"/>
                  </a:schemeClr>
                </a:solidFill>
              </a:rPr>
              <a:t>장</a:t>
            </a:r>
            <a:r>
              <a:rPr lang="ko-KR" altLang="en-US" sz="3600" b="1" dirty="0" smtClean="0"/>
              <a:t> </a:t>
            </a:r>
            <a:r>
              <a:rPr lang="ko-KR" altLang="en-US" sz="3600" b="1" dirty="0" err="1" smtClean="0"/>
              <a:t>파이썬다운</a:t>
            </a:r>
            <a:r>
              <a:rPr lang="ko-KR" altLang="en-US" sz="3600" b="1" dirty="0" smtClean="0"/>
              <a:t> 코딩</a:t>
            </a:r>
            <a:endParaRPr lang="en-US" altLang="ko-KR" sz="3600" b="1" dirty="0"/>
          </a:p>
        </p:txBody>
      </p:sp>
    </p:spTree>
    <p:extLst>
      <p:ext uri="{BB962C8B-B14F-4D97-AF65-F5344CB8AC3E}">
        <p14:creationId xmlns:p14="http://schemas.microsoft.com/office/powerpoint/2010/main" val="1781987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F65F838C-4827-48AA-9FF2-60BA62D796F3}"/>
              </a:ext>
            </a:extLst>
          </p:cNvPr>
          <p:cNvGrpSpPr/>
          <p:nvPr/>
        </p:nvGrpSpPr>
        <p:grpSpPr>
          <a:xfrm>
            <a:off x="549459" y="732738"/>
            <a:ext cx="11054621" cy="5115771"/>
            <a:chOff x="1043098" y="4462353"/>
            <a:chExt cx="6985286" cy="1832681"/>
          </a:xfrm>
        </p:grpSpPr>
        <p:sp>
          <p:nvSpPr>
            <p:cNvPr id="9" name="모서리가 둥근 직사각형 2">
              <a:extLst>
                <a:ext uri="{FF2B5EF4-FFF2-40B4-BE49-F238E27FC236}">
                  <a16:creationId xmlns:a16="http://schemas.microsoft.com/office/drawing/2014/main" id="{CEFE270B-0CF1-4C6A-A966-6650FA600D74}"/>
                </a:ext>
              </a:extLst>
            </p:cNvPr>
            <p:cNvSpPr/>
            <p:nvPr/>
          </p:nvSpPr>
          <p:spPr>
            <a:xfrm>
              <a:off x="1043098" y="4462353"/>
              <a:ext cx="1081140" cy="183886"/>
            </a:xfrm>
            <a:custGeom>
              <a:avLst/>
              <a:gdLst>
                <a:gd name="connsiteX0" fmla="*/ 0 w 1080120"/>
                <a:gd name="connsiteY0" fmla="*/ 60008 h 360040"/>
                <a:gd name="connsiteX1" fmla="*/ 60008 w 1080120"/>
                <a:gd name="connsiteY1" fmla="*/ 0 h 360040"/>
                <a:gd name="connsiteX2" fmla="*/ 1020112 w 1080120"/>
                <a:gd name="connsiteY2" fmla="*/ 0 h 360040"/>
                <a:gd name="connsiteX3" fmla="*/ 1080120 w 1080120"/>
                <a:gd name="connsiteY3" fmla="*/ 60008 h 360040"/>
                <a:gd name="connsiteX4" fmla="*/ 1080120 w 1080120"/>
                <a:gd name="connsiteY4" fmla="*/ 300032 h 360040"/>
                <a:gd name="connsiteX5" fmla="*/ 1020112 w 1080120"/>
                <a:gd name="connsiteY5" fmla="*/ 360040 h 360040"/>
                <a:gd name="connsiteX6" fmla="*/ 60008 w 1080120"/>
                <a:gd name="connsiteY6" fmla="*/ 360040 h 360040"/>
                <a:gd name="connsiteX7" fmla="*/ 0 w 1080120"/>
                <a:gd name="connsiteY7" fmla="*/ 300032 h 360040"/>
                <a:gd name="connsiteX8" fmla="*/ 0 w 1080120"/>
                <a:gd name="connsiteY8" fmla="*/ 60008 h 360040"/>
                <a:gd name="connsiteX0" fmla="*/ 0 w 1080630"/>
                <a:gd name="connsiteY0" fmla="*/ 60008 h 360040"/>
                <a:gd name="connsiteX1" fmla="*/ 60008 w 1080630"/>
                <a:gd name="connsiteY1" fmla="*/ 0 h 360040"/>
                <a:gd name="connsiteX2" fmla="*/ 1020112 w 1080630"/>
                <a:gd name="connsiteY2" fmla="*/ 0 h 360040"/>
                <a:gd name="connsiteX3" fmla="*/ 1080120 w 1080630"/>
                <a:gd name="connsiteY3" fmla="*/ 60008 h 360040"/>
                <a:gd name="connsiteX4" fmla="*/ 1080120 w 1080630"/>
                <a:gd name="connsiteY4" fmla="*/ 300032 h 360040"/>
                <a:gd name="connsiteX5" fmla="*/ 1053449 w 1080630"/>
                <a:gd name="connsiteY5" fmla="*/ 360040 h 360040"/>
                <a:gd name="connsiteX6" fmla="*/ 60008 w 1080630"/>
                <a:gd name="connsiteY6" fmla="*/ 360040 h 360040"/>
                <a:gd name="connsiteX7" fmla="*/ 0 w 1080630"/>
                <a:gd name="connsiteY7" fmla="*/ 300032 h 360040"/>
                <a:gd name="connsiteX8" fmla="*/ 0 w 1080630"/>
                <a:gd name="connsiteY8" fmla="*/ 60008 h 360040"/>
                <a:gd name="connsiteX0" fmla="*/ 510 w 1081140"/>
                <a:gd name="connsiteY0" fmla="*/ 60008 h 362421"/>
                <a:gd name="connsiteX1" fmla="*/ 60518 w 1081140"/>
                <a:gd name="connsiteY1" fmla="*/ 0 h 362421"/>
                <a:gd name="connsiteX2" fmla="*/ 1020622 w 1081140"/>
                <a:gd name="connsiteY2" fmla="*/ 0 h 362421"/>
                <a:gd name="connsiteX3" fmla="*/ 1080630 w 1081140"/>
                <a:gd name="connsiteY3" fmla="*/ 60008 h 362421"/>
                <a:gd name="connsiteX4" fmla="*/ 1080630 w 1081140"/>
                <a:gd name="connsiteY4" fmla="*/ 300032 h 362421"/>
                <a:gd name="connsiteX5" fmla="*/ 1053959 w 1081140"/>
                <a:gd name="connsiteY5" fmla="*/ 360040 h 362421"/>
                <a:gd name="connsiteX6" fmla="*/ 27180 w 1081140"/>
                <a:gd name="connsiteY6" fmla="*/ 362421 h 362421"/>
                <a:gd name="connsiteX7" fmla="*/ 510 w 1081140"/>
                <a:gd name="connsiteY7" fmla="*/ 300032 h 362421"/>
                <a:gd name="connsiteX8" fmla="*/ 510 w 1081140"/>
                <a:gd name="connsiteY8" fmla="*/ 60008 h 36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1140" h="362421">
                  <a:moveTo>
                    <a:pt x="510" y="60008"/>
                  </a:moveTo>
                  <a:cubicBezTo>
                    <a:pt x="510" y="26866"/>
                    <a:pt x="27376" y="0"/>
                    <a:pt x="60518" y="0"/>
                  </a:cubicBezTo>
                  <a:lnTo>
                    <a:pt x="1020622" y="0"/>
                  </a:lnTo>
                  <a:cubicBezTo>
                    <a:pt x="1053764" y="0"/>
                    <a:pt x="1080630" y="26866"/>
                    <a:pt x="1080630" y="60008"/>
                  </a:cubicBezTo>
                  <a:lnTo>
                    <a:pt x="1080630" y="300032"/>
                  </a:lnTo>
                  <a:cubicBezTo>
                    <a:pt x="1080630" y="333174"/>
                    <a:pt x="1087101" y="360040"/>
                    <a:pt x="1053959" y="360040"/>
                  </a:cubicBezTo>
                  <a:lnTo>
                    <a:pt x="27180" y="362421"/>
                  </a:lnTo>
                  <a:cubicBezTo>
                    <a:pt x="-5962" y="362421"/>
                    <a:pt x="510" y="333174"/>
                    <a:pt x="510" y="300032"/>
                  </a:cubicBezTo>
                  <a:lnTo>
                    <a:pt x="510" y="60008"/>
                  </a:lnTo>
                  <a:close/>
                </a:path>
              </a:pathLst>
            </a:custGeom>
            <a:solidFill>
              <a:srgbClr val="598377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BEE80BEC-3D76-4E64-AFDD-A96328D3AFD6}"/>
                </a:ext>
              </a:extLst>
            </p:cNvPr>
            <p:cNvGrpSpPr/>
            <p:nvPr/>
          </p:nvGrpSpPr>
          <p:grpSpPr>
            <a:xfrm>
              <a:off x="1043608" y="4481073"/>
              <a:ext cx="6984776" cy="1813961"/>
              <a:chOff x="643260" y="2641203"/>
              <a:chExt cx="6984776" cy="1813961"/>
            </a:xfrm>
          </p:grpSpPr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93A73928-F2C2-49DA-9F4B-D4AF1B4A6AFE}"/>
                  </a:ext>
                </a:extLst>
              </p:cNvPr>
              <p:cNvSpPr/>
              <p:nvPr/>
            </p:nvSpPr>
            <p:spPr>
              <a:xfrm>
                <a:off x="736015" y="2641203"/>
                <a:ext cx="894610" cy="1464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2400" b="1" dirty="0">
                    <a:gradFill flip="none" rotWithShape="1">
                      <a:gsLst>
                        <a:gs pos="0">
                          <a:schemeClr val="tx2">
                            <a:lumMod val="75000"/>
                            <a:shade val="30000"/>
                            <a:satMod val="115000"/>
                          </a:schemeClr>
                        </a:gs>
                        <a:gs pos="50000">
                          <a:schemeClr val="tx2">
                            <a:lumMod val="75000"/>
                            <a:shade val="67500"/>
                            <a:satMod val="115000"/>
                          </a:schemeClr>
                        </a:gs>
                        <a:gs pos="100000">
                          <a:schemeClr val="tx2">
                            <a:lumMod val="75000"/>
                            <a:shade val="100000"/>
                            <a:satMod val="115000"/>
                          </a:schemeClr>
                        </a:gs>
                      </a:gsLst>
                      <a:lin ang="16200000" scaled="1"/>
                      <a:tileRect/>
                    </a:gra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학습목표</a:t>
                </a:r>
                <a:endParaRPr lang="en-US" altLang="ko-KR" sz="2400" b="1" dirty="0">
                  <a:gradFill flip="none" rotWithShape="1">
                    <a:gsLst>
                      <a:gs pos="0">
                        <a:schemeClr val="tx2">
                          <a:lumMod val="75000"/>
                          <a:shade val="30000"/>
                          <a:satMod val="115000"/>
                        </a:schemeClr>
                      </a:gs>
                      <a:gs pos="50000">
                        <a:schemeClr val="tx2">
                          <a:lumMod val="75000"/>
                          <a:shade val="67500"/>
                          <a:satMod val="115000"/>
                        </a:schemeClr>
                      </a:gs>
                      <a:gs pos="100000">
                        <a:schemeClr val="tx2">
                          <a:lumMod val="75000"/>
                          <a:shade val="100000"/>
                          <a:satMod val="115000"/>
                        </a:schemeClr>
                      </a:gs>
                    </a:gsLst>
                    <a:lin ang="16200000" scaled="1"/>
                    <a:tileRect/>
                  </a:gra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" name="직사각형 32">
                <a:extLst>
                  <a:ext uri="{FF2B5EF4-FFF2-40B4-BE49-F238E27FC236}">
                    <a16:creationId xmlns:a16="http://schemas.microsoft.com/office/drawing/2014/main" id="{BB00B1DB-B6CD-48F6-8A44-4023569732CC}"/>
                  </a:ext>
                </a:extLst>
              </p:cNvPr>
              <p:cNvSpPr/>
              <p:nvPr/>
            </p:nvSpPr>
            <p:spPr>
              <a:xfrm>
                <a:off x="643260" y="2806369"/>
                <a:ext cx="6984776" cy="1648795"/>
              </a:xfrm>
              <a:prstGeom prst="roundRect">
                <a:avLst>
                  <a:gd name="adj" fmla="val 2291"/>
                </a:avLst>
              </a:prstGeom>
              <a:solidFill>
                <a:schemeClr val="bg1">
                  <a:lumMod val="95000"/>
                  <a:alpha val="32941"/>
                </a:schemeClr>
              </a:solidFill>
              <a:ln w="38100">
                <a:solidFill>
                  <a:srgbClr val="E4E4E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" name="직사각형 23">
                <a:extLst>
                  <a:ext uri="{FF2B5EF4-FFF2-40B4-BE49-F238E27FC236}">
                    <a16:creationId xmlns:a16="http://schemas.microsoft.com/office/drawing/2014/main" id="{34AB9C13-052A-4A99-A993-56E9D5467D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7276" y="2923784"/>
                <a:ext cx="6696744" cy="1157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/>
                  <a:t>람다 함수에 대해 이해하고 활용할 수 있다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/>
                  <a:t>람다 함수가 쉽게 적용될 수 있는 </a:t>
                </a:r>
                <a:r>
                  <a:rPr lang="en-US" altLang="ko-KR" sz="1600" dirty="0"/>
                  <a:t>filter(), map() </a:t>
                </a:r>
                <a:r>
                  <a:rPr lang="ko-KR" altLang="en-US" sz="1600" dirty="0"/>
                  <a:t>함수의 사용법을 익힌다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en-US" altLang="ko-KR" sz="1600" dirty="0"/>
                  <a:t>filter() </a:t>
                </a:r>
                <a:r>
                  <a:rPr lang="ko-KR" altLang="en-US" sz="1600" dirty="0"/>
                  <a:t>함수를 사용하여 리스트에서 특정 조건을 만족하는 요소만 뽑아낼 수 있다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en-US" altLang="ko-KR" sz="1600" dirty="0"/>
                  <a:t>map() </a:t>
                </a:r>
                <a:r>
                  <a:rPr lang="ko-KR" altLang="en-US" sz="1600" dirty="0"/>
                  <a:t>함수를 사용하여 리스트의 요소 값을 바꿀 수 있다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/>
                  <a:t>리스트 전체에 함수를 적용하여 하나의 값으로 환원하는 일을 수행할 수 있다</a:t>
                </a:r>
                <a:r>
                  <a:rPr lang="en-US" altLang="ko-KR" sz="1600" dirty="0"/>
                  <a:t>.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/>
                  <a:t>람다 함수가 익명 함수로 불리는 이유에 대해 설명할 수 있다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/>
                  <a:t>리스트 축약 표현에 대해 이해하고 이를 활용할 수 있다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/>
                  <a:t>리스트 축약 표현과 람다 함수를 활용하여 다양한 리스트 생성을 수행할 수 있다</a:t>
                </a:r>
                <a:r>
                  <a:rPr lang="en-US" altLang="ko-KR" sz="1600" dirty="0"/>
                  <a:t>. </a:t>
                </a:r>
              </a:p>
              <a:p>
                <a:pPr marL="342900" lvl="1" indent="-342900">
                  <a:spcBef>
                    <a:spcPts val="600"/>
                  </a:spcBef>
                  <a:spcAft>
                    <a:spcPts val="300"/>
                  </a:spcAft>
                  <a:buFont typeface="Arial" pitchFamily="34" charset="0"/>
                  <a:buChar char="•"/>
                  <a:defRPr/>
                </a:pPr>
                <a:r>
                  <a:rPr lang="ko-KR" altLang="en-US" sz="1600" dirty="0"/>
                  <a:t>반복자에 대해서 배워보고 반복자 자료형은 어떤 것이 있는지 이해하고 활용할 수 있다</a:t>
                </a:r>
                <a:r>
                  <a:rPr lang="en-US" altLang="ko-KR" sz="1600" dirty="0"/>
                  <a:t>.</a:t>
                </a:r>
                <a:endParaRPr lang="en-US" altLang="ko-KR" sz="1600" spc="-1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68523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331" y="3104928"/>
            <a:ext cx="8344939" cy="2875071"/>
          </a:xfrm>
          <a:prstGeom prst="rect">
            <a:avLst/>
          </a:prstGeom>
        </p:spPr>
      </p:pic>
      <p:sp>
        <p:nvSpPr>
          <p:cNvPr id="8" name="내용 개체 틀 2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/>
              <a:t>람다 함수</a:t>
            </a:r>
            <a:r>
              <a:rPr lang="en-US" altLang="ko-KR" b="1" baseline="30000" dirty="0">
                <a:solidFill>
                  <a:schemeClr val="accent5"/>
                </a:solidFill>
              </a:rPr>
              <a:t>lambda function</a:t>
            </a:r>
          </a:p>
          <a:p>
            <a:pPr lvl="1" fontAlgn="base"/>
            <a:r>
              <a:rPr lang="en-US" altLang="ko-KR" dirty="0"/>
              <a:t>1</a:t>
            </a:r>
            <a:r>
              <a:rPr lang="ko-KR" altLang="en-US" dirty="0"/>
              <a:t>회용의 간단한 함수를 만드는 것</a:t>
            </a:r>
            <a:endParaRPr lang="en-US" altLang="ko-KR" dirty="0"/>
          </a:p>
          <a:p>
            <a:pPr fontAlgn="base"/>
            <a:endParaRPr lang="en-US" altLang="ko-KR" sz="500" dirty="0"/>
          </a:p>
          <a:p>
            <a:pPr fontAlgn="base"/>
            <a:r>
              <a:rPr lang="ko-KR" altLang="en-US" dirty="0"/>
              <a:t>람다 표현식</a:t>
            </a:r>
            <a:r>
              <a:rPr lang="en-US" altLang="ko-KR" b="1" baseline="30000" dirty="0">
                <a:solidFill>
                  <a:schemeClr val="accent5"/>
                </a:solidFill>
              </a:rPr>
              <a:t>lambda expression</a:t>
            </a:r>
            <a:r>
              <a:rPr lang="ko-KR" altLang="en-US" dirty="0"/>
              <a:t>이라고도 불리우는 이름이 없는 함수</a:t>
            </a:r>
            <a:endParaRPr lang="en-US" altLang="ko-KR" dirty="0"/>
          </a:p>
          <a:p>
            <a:pPr fontAlgn="base"/>
            <a:endParaRPr lang="en-US" altLang="ko-KR" sz="500" dirty="0"/>
          </a:p>
          <a:p>
            <a:pPr fontAlgn="base"/>
            <a:r>
              <a:rPr lang="ko-KR" altLang="en-US" dirty="0"/>
              <a:t>익명 함수</a:t>
            </a:r>
            <a:r>
              <a:rPr lang="en-US" altLang="ko-KR" b="1" baseline="30000" dirty="0">
                <a:solidFill>
                  <a:schemeClr val="accent5"/>
                </a:solidFill>
              </a:rPr>
              <a:t>anonymous function</a:t>
            </a:r>
          </a:p>
          <a:p>
            <a:pPr fontAlgn="base"/>
            <a:endParaRPr lang="en-US" altLang="ko-KR" sz="500" dirty="0"/>
          </a:p>
          <a:p>
            <a:pPr lvl="1" fontAlgn="base"/>
            <a:endParaRPr lang="en-US" altLang="ko-KR" sz="500" dirty="0"/>
          </a:p>
          <a:p>
            <a:pPr lvl="1" fontAlgn="base"/>
            <a:endParaRPr lang="ko-KR" altLang="en-US" dirty="0"/>
          </a:p>
          <a:p>
            <a:pPr lvl="1" fontAlgn="base"/>
            <a:endParaRPr lang="en-US" altLang="ko-KR" dirty="0"/>
          </a:p>
          <a:p>
            <a:pPr lvl="1" fontAlgn="base"/>
            <a:endParaRPr lang="en-US" altLang="ko-KR" dirty="0"/>
          </a:p>
          <a:p>
            <a:pPr lvl="1" fontAlgn="base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11.1 </a:t>
            </a:r>
            <a:r>
              <a:rPr lang="ko-KR" altLang="en-US" dirty="0"/>
              <a:t>간결한 표현을 위한 람다 함수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3196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람다 함수는 호출할 이름이 없기 때문에 재사용이 불가능한 걸까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그것은 아니다</a:t>
            </a:r>
            <a:r>
              <a:rPr lang="en-US" altLang="ko-KR" dirty="0"/>
              <a:t>. </a:t>
            </a:r>
            <a:r>
              <a:rPr lang="ko-KR" altLang="en-US" dirty="0"/>
              <a:t>이름이 필요할 경우에는 할당문을 사용하여 재사용할 수 있다</a:t>
            </a:r>
            <a:r>
              <a:rPr lang="en-US" altLang="ko-KR" dirty="0"/>
              <a:t>. </a:t>
            </a:r>
          </a:p>
          <a:p>
            <a:pPr lvl="1"/>
            <a:r>
              <a:rPr lang="ko-KR" altLang="en-US" dirty="0"/>
              <a:t>람다 함수의 사용 시 주의할 점은 표현식 안에서 새로운 변수를 선언할 수 없다는 것이다</a:t>
            </a:r>
            <a:r>
              <a:rPr lang="en-US" altLang="ko-KR" dirty="0"/>
              <a:t>. </a:t>
            </a:r>
          </a:p>
          <a:p>
            <a:pPr lvl="1"/>
            <a:r>
              <a:rPr lang="ko-KR" altLang="en-US" dirty="0"/>
              <a:t>람다 함수의 반환 값은 변수 없이 식 한 줄로 표현할 수 있어야 하기 때문에 </a:t>
            </a:r>
            <a:r>
              <a:rPr lang="ko-KR" altLang="en-US" dirty="0">
                <a:solidFill>
                  <a:srgbClr val="FF0000"/>
                </a:solidFill>
              </a:rPr>
              <a:t>복잡한 함수가 필요하면 </a:t>
            </a:r>
            <a:r>
              <a:rPr lang="en-US" altLang="ko-KR" dirty="0">
                <a:solidFill>
                  <a:srgbClr val="FF0000"/>
                </a:solidFill>
              </a:rPr>
              <a:t>def </a:t>
            </a:r>
            <a:r>
              <a:rPr lang="ko-KR" altLang="en-US" dirty="0">
                <a:solidFill>
                  <a:srgbClr val="FF0000"/>
                </a:solidFill>
              </a:rPr>
              <a:t>키워드로 함수를 정의하여야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람다 함수는 </a:t>
            </a:r>
            <a:r>
              <a:rPr lang="en-US" altLang="ko-KR" dirty="0"/>
              <a:t>return </a:t>
            </a:r>
            <a:r>
              <a:rPr lang="ko-KR" altLang="en-US" dirty="0"/>
              <a:t>문도 없고 함수의 이름도 없는 아주 </a:t>
            </a:r>
            <a:r>
              <a:rPr lang="ko-KR" altLang="en-US" dirty="0" err="1"/>
              <a:t>간략화된</a:t>
            </a:r>
            <a:r>
              <a:rPr lang="ko-KR" altLang="en-US" dirty="0"/>
              <a:t> 함수이다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11.1 </a:t>
            </a:r>
            <a:r>
              <a:rPr lang="ko-KR" altLang="en-US" dirty="0"/>
              <a:t>간결한 표현을 위한 람다 함수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0007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9F790C5-2E53-51D9-43EC-A97D6345000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람다 함수의 문법은 매우 간결하고 단순하다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40F7903-780A-00AD-5BC2-C576A2154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11.1 </a:t>
            </a:r>
            <a:r>
              <a:rPr lang="ko-KR" altLang="en-US" dirty="0"/>
              <a:t>간결한 표현을 위한 람다 함수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8FAD1FA-C39E-13E8-1544-88B1B6A29579}"/>
              </a:ext>
            </a:extLst>
          </p:cNvPr>
          <p:cNvGrpSpPr/>
          <p:nvPr/>
        </p:nvGrpSpPr>
        <p:grpSpPr>
          <a:xfrm>
            <a:off x="1805237" y="1308847"/>
            <a:ext cx="8053517" cy="3335519"/>
            <a:chOff x="926696" y="769523"/>
            <a:chExt cx="10264791" cy="4251361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0479" y="4432736"/>
              <a:ext cx="5375021" cy="588148"/>
            </a:xfrm>
            <a:prstGeom prst="rect">
              <a:avLst/>
            </a:prstGeom>
          </p:spPr>
        </p:pic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6696" y="769523"/>
              <a:ext cx="10264791" cy="24191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46357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3" y="1424944"/>
            <a:ext cx="10118555" cy="4373563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5619404" y="4303143"/>
            <a:ext cx="6034714" cy="18158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두 수를 더하는 간단한 함수임에도 불구하고 함수 이름, 함수 몸체, 반환을 위한 키워드인 </a:t>
            </a:r>
            <a:r>
              <a:rPr lang="ko-KR" altLang="en-US" sz="1600" b="1" dirty="0" err="1">
                <a:solidFill>
                  <a:srgbClr val="FF0000"/>
                </a:solidFill>
              </a:rPr>
              <a:t>return까지</a:t>
            </a:r>
            <a:r>
              <a:rPr lang="ko-KR" altLang="en-US" sz="1600" b="1" dirty="0">
                <a:solidFill>
                  <a:srgbClr val="FF0000"/>
                </a:solidFill>
              </a:rPr>
              <a:t> 모든 문법을 지켜야 한다. </a:t>
            </a:r>
          </a:p>
          <a:p>
            <a:endParaRPr lang="en-US" altLang="ko-KR" sz="1600" b="1" dirty="0">
              <a:solidFill>
                <a:srgbClr val="FF0000"/>
              </a:solidFill>
            </a:endParaRPr>
          </a:p>
          <a:p>
            <a:r>
              <a:rPr lang="ko-KR" altLang="en-US" sz="1600" b="1" dirty="0">
                <a:solidFill>
                  <a:srgbClr val="FF0000"/>
                </a:solidFill>
              </a:rPr>
              <a:t>그러나 이 함수 자체가 하는 일은 두 인자를 더하여 반환하는 아주 간단한 일이므로 </a:t>
            </a:r>
            <a:r>
              <a:rPr lang="ko-KR" altLang="en-US" sz="1600" b="1" dirty="0" err="1">
                <a:solidFill>
                  <a:srgbClr val="FF0000"/>
                </a:solidFill>
              </a:rPr>
              <a:t>def</a:t>
            </a:r>
            <a:r>
              <a:rPr lang="ko-KR" altLang="en-US" sz="1600" b="1" dirty="0">
                <a:solidFill>
                  <a:srgbClr val="FF0000"/>
                </a:solidFill>
              </a:rPr>
              <a:t> 키워드, 함수 이름, </a:t>
            </a:r>
            <a:r>
              <a:rPr lang="ko-KR" altLang="en-US" sz="1600" b="1" dirty="0" err="1">
                <a:solidFill>
                  <a:srgbClr val="FF0000"/>
                </a:solidFill>
              </a:rPr>
              <a:t>return</a:t>
            </a:r>
            <a:r>
              <a:rPr lang="ko-KR" altLang="en-US" sz="1600" b="1" dirty="0">
                <a:solidFill>
                  <a:srgbClr val="FF0000"/>
                </a:solidFill>
              </a:rPr>
              <a:t> 문과 같은 복잡한 부분을 생략하고 그 본질적인 기능만을 만족시키도록 표현식을 만들 수 있다. 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F8962B1-523A-72DD-1899-1EE7A3EB2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11.1 </a:t>
            </a:r>
            <a:r>
              <a:rPr lang="ko-KR" altLang="en-US" dirty="0"/>
              <a:t>간결한 표현을 위한 람다 함수</a:t>
            </a:r>
          </a:p>
        </p:txBody>
      </p:sp>
    </p:spTree>
    <p:extLst>
      <p:ext uri="{BB962C8B-B14F-4D97-AF65-F5344CB8AC3E}">
        <p14:creationId xmlns:p14="http://schemas.microsoft.com/office/powerpoint/2010/main" val="3212735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1F28F978-D420-3903-F111-97577518776D}"/>
              </a:ext>
            </a:extLst>
          </p:cNvPr>
          <p:cNvGrpSpPr/>
          <p:nvPr/>
        </p:nvGrpSpPr>
        <p:grpSpPr>
          <a:xfrm>
            <a:off x="904883" y="1342702"/>
            <a:ext cx="9942412" cy="4545899"/>
            <a:chOff x="770996" y="979156"/>
            <a:chExt cx="11966852" cy="5471520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0996" y="3870357"/>
              <a:ext cx="6477702" cy="133778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/>
          </p:nvPicPr>
          <p:blipFill rotWithShape="1">
            <a:blip r:embed="rId3"/>
            <a:srcRect r="24444"/>
            <a:stretch/>
          </p:blipFill>
          <p:spPr>
            <a:xfrm>
              <a:off x="770996" y="979156"/>
              <a:ext cx="6477702" cy="1930300"/>
            </a:xfrm>
            <a:prstGeom prst="rect">
              <a:avLst/>
            </a:prstGeom>
          </p:spPr>
        </p:pic>
        <p:cxnSp>
          <p:nvCxnSpPr>
            <p:cNvPr id="15" name="직선 화살표 연결선 14"/>
            <p:cNvCxnSpPr/>
            <p:nvPr/>
          </p:nvCxnSpPr>
          <p:spPr>
            <a:xfrm flipH="1">
              <a:off x="5654817" y="3618603"/>
              <a:ext cx="1441642" cy="100738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6557843" y="3164813"/>
              <a:ext cx="6180005" cy="100020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solidFill>
                    <a:srgbClr val="FF0000"/>
                  </a:solidFill>
                </a:rPr>
                <a:t>위와 같이 별도의 라인으로 람다함수를 정의하지 않고 </a:t>
              </a:r>
              <a:r>
                <a:rPr lang="ko-KR" altLang="en-US" sz="1600" b="1" dirty="0" err="1">
                  <a:solidFill>
                    <a:srgbClr val="FF0000"/>
                  </a:solidFill>
                </a:rPr>
                <a:t>호출문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 내에 람다 함수의 기능을 넣을 수 있다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.</a:t>
              </a:r>
            </a:p>
            <a:p>
              <a:r>
                <a:rPr lang="ko-KR" altLang="en-US" sz="1600" b="1" dirty="0">
                  <a:solidFill>
                    <a:srgbClr val="FF0000"/>
                  </a:solidFill>
                </a:rPr>
                <a:t>이를 인라인 람다 함수라 한다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.</a:t>
              </a:r>
            </a:p>
          </p:txBody>
        </p:sp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4"/>
            <a:srcRect r="13659"/>
            <a:stretch/>
          </p:blipFill>
          <p:spPr>
            <a:xfrm>
              <a:off x="770996" y="5459898"/>
              <a:ext cx="6473823" cy="990778"/>
            </a:xfrm>
            <a:prstGeom prst="rect">
              <a:avLst/>
            </a:prstGeom>
          </p:spPr>
        </p:pic>
      </p:grpSp>
      <p:sp>
        <p:nvSpPr>
          <p:cNvPr id="3" name="제목 2">
            <a:extLst>
              <a:ext uri="{FF2B5EF4-FFF2-40B4-BE49-F238E27FC236}">
                <a16:creationId xmlns:a16="http://schemas.microsoft.com/office/drawing/2014/main" id="{2CD7BFAC-41AA-3548-79B6-AFF05ACA1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11.1 </a:t>
            </a:r>
            <a:r>
              <a:rPr lang="ko-KR" altLang="en-US" dirty="0"/>
              <a:t>간결한 표현을 위한 람다 함수</a:t>
            </a:r>
          </a:p>
        </p:txBody>
      </p:sp>
    </p:spTree>
    <p:extLst>
      <p:ext uri="{BB962C8B-B14F-4D97-AF65-F5344CB8AC3E}">
        <p14:creationId xmlns:p14="http://schemas.microsoft.com/office/powerpoint/2010/main" val="3691048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람다 함수의 필요성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11.1 </a:t>
            </a:r>
            <a:r>
              <a:rPr lang="ko-KR" altLang="en-US" dirty="0"/>
              <a:t>간결한 표현을 위한 람다 함수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5A6D50-26AD-83B7-A93B-8BE1F8E723B1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두 수의 합을 표현하려면 </a:t>
            </a:r>
            <a:r>
              <a:rPr lang="en-US" altLang="ko-KR" dirty="0"/>
              <a:t>((lambda x, y : x + y)(100,200))</a:t>
            </a:r>
            <a:r>
              <a:rPr lang="ko-KR" altLang="en-US" dirty="0"/>
              <a:t>과 같이 표현식을 길게 써서 익명 함수를 호출하여 구할 필요 없이 </a:t>
            </a:r>
            <a:r>
              <a:rPr lang="en-US" altLang="ko-KR" dirty="0"/>
              <a:t>100 + 200 </a:t>
            </a:r>
            <a:r>
              <a:rPr lang="ko-KR" altLang="en-US" dirty="0"/>
              <a:t>표현식을 이용하는 것이 훨씬 간단하지 않은가</a:t>
            </a:r>
            <a:r>
              <a:rPr lang="en-US" altLang="ko-KR" dirty="0"/>
              <a:t>? </a:t>
            </a:r>
          </a:p>
          <a:p>
            <a:r>
              <a:rPr lang="ko-KR" altLang="en-US" dirty="0"/>
              <a:t>그렇다</a:t>
            </a:r>
            <a:r>
              <a:rPr lang="en-US" altLang="ko-KR" dirty="0"/>
              <a:t>. </a:t>
            </a:r>
            <a:r>
              <a:rPr lang="ko-KR" altLang="en-US" dirty="0"/>
              <a:t>위의 예제는 람다 함수의 사용 문법을 알려주기 위한 예제로 일반적으로 사용되는 것은 아니다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대신 람다 함수는 필터나 </a:t>
            </a:r>
            <a:r>
              <a:rPr lang="ko-KR" altLang="en-US" dirty="0" err="1"/>
              <a:t>맵에서</a:t>
            </a:r>
            <a:r>
              <a:rPr lang="ko-KR" altLang="en-US" dirty="0"/>
              <a:t> 편리하게 사용할 수 있는 함수이다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3358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0E3B15B-7AF6-3562-87B8-A18832690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11.1 </a:t>
            </a:r>
            <a:r>
              <a:rPr lang="ko-KR" altLang="en-US" dirty="0"/>
              <a:t>간결한 표현을 위한 람다 함수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269214"/>
            <a:ext cx="10015538" cy="463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431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rcRect r="8672" b="3650"/>
          <a:stretch/>
        </p:blipFill>
        <p:spPr>
          <a:xfrm>
            <a:off x="811896" y="1836676"/>
            <a:ext cx="6874519" cy="478109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11.2 </a:t>
            </a:r>
            <a:r>
              <a:rPr lang="ko-KR" altLang="en-US" dirty="0"/>
              <a:t>필터 함수</a:t>
            </a:r>
            <a:r>
              <a:rPr lang="en-US" altLang="ko-KR" b="1" baseline="300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filter function</a:t>
            </a:r>
            <a:endParaRPr lang="ko-KR" altLang="en-US" b="1" baseline="30000" dirty="0">
              <a:solidFill>
                <a:schemeClr val="accent1">
                  <a:lumMod val="40000"/>
                  <a:lumOff val="60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437581"/>
              </p:ext>
            </p:extLst>
          </p:nvPr>
        </p:nvGraphicFramePr>
        <p:xfrm>
          <a:off x="7706016" y="1866841"/>
          <a:ext cx="3264331" cy="1831532"/>
        </p:xfrm>
        <a:graphic>
          <a:graphicData uri="http://schemas.openxmlformats.org/drawingml/2006/table">
            <a:tbl>
              <a:tblPr/>
              <a:tblGrid>
                <a:gridCol w="3264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31532">
                <a:tc>
                  <a:txBody>
                    <a:bodyPr/>
                    <a:lstStyle/>
                    <a:p>
                      <a:pPr marL="342900" marR="0" lvl="0" indent="-34290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en-US" sz="1600" b="1" kern="0" spc="0" dirty="0">
                          <a:solidFill>
                            <a:srgbClr val="193657"/>
                          </a:solidFill>
                          <a:effectLst/>
                          <a:latin typeface="+mn-ea"/>
                          <a:ea typeface="+mn-ea"/>
                        </a:rPr>
                        <a:t>알고리즘이 비교적 단순하다</a:t>
                      </a:r>
                      <a:r>
                        <a:rPr lang="en-US" altLang="ko-KR" sz="1600" b="1" kern="0" spc="0" dirty="0">
                          <a:solidFill>
                            <a:srgbClr val="193657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342900" marR="0" lvl="0" indent="-34290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en-US" sz="1600" b="1" kern="0" spc="0" dirty="0">
                          <a:solidFill>
                            <a:srgbClr val="193657"/>
                          </a:solidFill>
                          <a:effectLst/>
                          <a:latin typeface="+mn-ea"/>
                          <a:ea typeface="+mn-ea"/>
                        </a:rPr>
                        <a:t>별도의 내부 변수가 필요 없다</a:t>
                      </a:r>
                      <a:r>
                        <a:rPr lang="en-US" altLang="ko-KR" sz="1600" b="1" kern="0" spc="0" dirty="0">
                          <a:solidFill>
                            <a:srgbClr val="193657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342900" marR="0" lvl="0" indent="-34290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ko-KR" altLang="en-US" sz="1600" b="1" kern="0" spc="0" dirty="0">
                          <a:solidFill>
                            <a:srgbClr val="193657"/>
                          </a:solidFill>
                          <a:effectLst/>
                          <a:latin typeface="+mn-ea"/>
                          <a:ea typeface="+mn-ea"/>
                        </a:rPr>
                        <a:t>성년 리스트를 필터링한 후 더 이상 재사용할 필요가 없다</a:t>
                      </a:r>
                      <a:r>
                        <a:rPr lang="en-US" altLang="ko-KR" sz="1600" b="1" kern="0" spc="0" dirty="0">
                          <a:solidFill>
                            <a:srgbClr val="193657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5501" marR="55501" marT="15344" marB="15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3DC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638" y="1097058"/>
            <a:ext cx="4281111" cy="49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523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E16D31A1-1D45-BAD5-73CD-557CADE28A11}"/>
              </a:ext>
            </a:extLst>
          </p:cNvPr>
          <p:cNvGrpSpPr/>
          <p:nvPr/>
        </p:nvGrpSpPr>
        <p:grpSpPr>
          <a:xfrm>
            <a:off x="992987" y="1297098"/>
            <a:ext cx="9827413" cy="4669575"/>
            <a:chOff x="777834" y="965489"/>
            <a:chExt cx="10544175" cy="5010150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7834" y="965489"/>
              <a:ext cx="10544175" cy="5010150"/>
            </a:xfrm>
            <a:prstGeom prst="rect">
              <a:avLst/>
            </a:prstGeom>
          </p:spPr>
        </p:pic>
        <p:grpSp>
          <p:nvGrpSpPr>
            <p:cNvPr id="16" name="그룹 15"/>
            <p:cNvGrpSpPr/>
            <p:nvPr/>
          </p:nvGrpSpPr>
          <p:grpSpPr>
            <a:xfrm>
              <a:off x="4607429" y="1850898"/>
              <a:ext cx="6714580" cy="1352174"/>
              <a:chOff x="428783" y="556003"/>
              <a:chExt cx="6404377" cy="1265054"/>
            </a:xfrm>
          </p:grpSpPr>
          <p:sp>
            <p:nvSpPr>
              <p:cNvPr id="17" name="TextBox 16"/>
              <p:cNvSpPr txBox="1"/>
              <p:nvPr/>
            </p:nvSpPr>
            <p:spPr>
              <a:xfrm>
                <a:off x="1803823" y="556003"/>
                <a:ext cx="5029337" cy="33984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b="1" dirty="0">
                    <a:solidFill>
                      <a:srgbClr val="FF0000"/>
                    </a:solidFill>
                  </a:rPr>
                  <a:t>코드 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11-4</a:t>
                </a:r>
                <a:r>
                  <a:rPr lang="ko-KR" altLang="en-US" sz="1600" b="1" dirty="0">
                    <a:solidFill>
                      <a:srgbClr val="FF0000"/>
                    </a:solidFill>
                  </a:rPr>
                  <a:t>보다 간결한 표현 방법</a:t>
                </a:r>
                <a:endParaRPr lang="en-US" altLang="ko-KR" sz="1600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8" name="직선 화살표 연결선 17"/>
              <p:cNvCxnSpPr/>
              <p:nvPr/>
            </p:nvCxnSpPr>
            <p:spPr>
              <a:xfrm flipH="1">
                <a:off x="428783" y="878581"/>
                <a:ext cx="1375041" cy="942476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제목 4">
            <a:extLst>
              <a:ext uri="{FF2B5EF4-FFF2-40B4-BE49-F238E27FC236}">
                <a16:creationId xmlns:a16="http://schemas.microsoft.com/office/drawing/2014/main" id="{495F3573-1413-99FF-09A9-8938DBCF9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11.2 </a:t>
            </a:r>
            <a:r>
              <a:rPr lang="ko-KR" altLang="en-US" dirty="0"/>
              <a:t>필터 함수</a:t>
            </a:r>
            <a:r>
              <a:rPr lang="en-US" altLang="ko-KR" b="1" baseline="300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filter function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694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EAE9E-9ACA-1440-5A4D-9B95D9A5D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11.2 </a:t>
            </a:r>
            <a:r>
              <a:rPr lang="ko-KR" altLang="en-US" dirty="0"/>
              <a:t>필터 함수</a:t>
            </a:r>
            <a:r>
              <a:rPr lang="en-US" altLang="ko-KR" b="1" baseline="300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filter function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8516A96-47FD-320C-1CFF-70CEB9BF0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314" y="2091644"/>
            <a:ext cx="7297431" cy="308479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84B85C1-0368-E066-6D9E-E83EB6802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78" y="1344149"/>
            <a:ext cx="3929678" cy="201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830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412" y="1504950"/>
            <a:ext cx="10163175" cy="3848100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7C31CF7D-6FE6-65AF-8D1F-BA1F67153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11.2 </a:t>
            </a:r>
            <a:r>
              <a:rPr lang="ko-KR" altLang="en-US" dirty="0"/>
              <a:t>필터 함수</a:t>
            </a:r>
            <a:r>
              <a:rPr lang="en-US" altLang="ko-KR" b="1" baseline="300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filter function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3562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706728F-4844-C0BA-2AB2-06BCEEBECC51}"/>
              </a:ext>
            </a:extLst>
          </p:cNvPr>
          <p:cNvGrpSpPr/>
          <p:nvPr/>
        </p:nvGrpSpPr>
        <p:grpSpPr>
          <a:xfrm>
            <a:off x="983978" y="1202746"/>
            <a:ext cx="9675058" cy="4770518"/>
            <a:chOff x="257836" y="609684"/>
            <a:chExt cx="11609795" cy="5724486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2"/>
            <a:srcRect t="1" r="12457" b="5977"/>
            <a:stretch/>
          </p:blipFill>
          <p:spPr>
            <a:xfrm>
              <a:off x="6233785" y="3886346"/>
              <a:ext cx="5633846" cy="1851273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33785" y="609684"/>
              <a:ext cx="5633845" cy="3086367"/>
            </a:xfrm>
            <a:prstGeom prst="rect">
              <a:avLst/>
            </a:prstGeom>
          </p:spPr>
        </p:pic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4"/>
            <a:srcRect r="18620"/>
            <a:stretch/>
          </p:blipFill>
          <p:spPr>
            <a:xfrm>
              <a:off x="257836" y="609685"/>
              <a:ext cx="5838164" cy="3920314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5"/>
            <a:srcRect t="-1" r="27869" b="3143"/>
            <a:stretch/>
          </p:blipFill>
          <p:spPr>
            <a:xfrm>
              <a:off x="257836" y="4849197"/>
              <a:ext cx="5838164" cy="977836"/>
            </a:xfrm>
            <a:prstGeom prst="rect">
              <a:avLst/>
            </a:prstGeom>
          </p:spPr>
        </p:pic>
        <p:grpSp>
          <p:nvGrpSpPr>
            <p:cNvPr id="9" name="그룹 8"/>
            <p:cNvGrpSpPr/>
            <p:nvPr/>
          </p:nvGrpSpPr>
          <p:grpSpPr>
            <a:xfrm>
              <a:off x="5423952" y="5660967"/>
              <a:ext cx="4690223" cy="673203"/>
              <a:chOff x="1730878" y="306255"/>
              <a:chExt cx="4473543" cy="629829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1730878" y="556003"/>
                <a:ext cx="4473543" cy="38008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600" b="1" dirty="0">
                    <a:solidFill>
                      <a:srgbClr val="FF0000"/>
                    </a:solidFill>
                  </a:rPr>
                  <a:t>코드 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11-7, 11-8</a:t>
                </a:r>
                <a:r>
                  <a:rPr lang="ko-KR" altLang="en-US" sz="1600" b="1" dirty="0">
                    <a:solidFill>
                      <a:srgbClr val="FF0000"/>
                    </a:solidFill>
                  </a:rPr>
                  <a:t>보다 간결한 표현 방법</a:t>
                </a:r>
                <a:endParaRPr lang="en-US" altLang="ko-KR" sz="1600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1" name="직선 화살표 연결선 10"/>
              <p:cNvCxnSpPr/>
              <p:nvPr/>
            </p:nvCxnSpPr>
            <p:spPr>
              <a:xfrm flipV="1">
                <a:off x="2963888" y="306255"/>
                <a:ext cx="118930" cy="24974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" name="제목 11">
            <a:extLst>
              <a:ext uri="{FF2B5EF4-FFF2-40B4-BE49-F238E27FC236}">
                <a16:creationId xmlns:a16="http://schemas.microsoft.com/office/drawing/2014/main" id="{5FECC245-F36B-0F4D-E95C-3D3944832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11.2 </a:t>
            </a:r>
            <a:r>
              <a:rPr lang="ko-KR" altLang="en-US" dirty="0"/>
              <a:t>필터 함수</a:t>
            </a:r>
            <a:r>
              <a:rPr lang="en-US" altLang="ko-KR" b="1" baseline="300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filter function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6065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390F0-8A82-1406-9833-791087062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11.2 </a:t>
            </a:r>
            <a:r>
              <a:rPr lang="ko-KR" altLang="en-US" dirty="0"/>
              <a:t>필터 함수</a:t>
            </a:r>
            <a:r>
              <a:rPr lang="en-US" altLang="ko-KR" b="1" baseline="300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filter function</a:t>
            </a:r>
            <a:endParaRPr lang="ko-KR" altLang="en-US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964644" y="1035723"/>
            <a:ext cx="6268243" cy="561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967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459" y="2757500"/>
            <a:ext cx="7010400" cy="2619375"/>
          </a:xfrm>
          <a:prstGeom prst="rect">
            <a:avLst/>
          </a:prstGeom>
        </p:spPr>
      </p:pic>
      <p:sp>
        <p:nvSpPr>
          <p:cNvPr id="4" name="내용 개체 틀 3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 err="1"/>
              <a:t>파이썬은</a:t>
            </a:r>
            <a:r>
              <a:rPr lang="ko-KR" altLang="en-US" dirty="0"/>
              <a:t> </a:t>
            </a:r>
            <a:r>
              <a:rPr lang="en-US" altLang="ko-KR" dirty="0"/>
              <a:t>map()</a:t>
            </a:r>
            <a:r>
              <a:rPr lang="ko-KR" altLang="en-US" dirty="0"/>
              <a:t>이라는 내장함수를 제공함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함수는 반복 가능한 자료형의 각 요소들에 대해서 지정된 매핑 함수를 적용하여 반복 가능한 자료형을 반환한다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11.3 </a:t>
            </a:r>
            <a:r>
              <a:rPr lang="ko-KR" altLang="en-US" err="1"/>
              <a:t>맵</a:t>
            </a:r>
            <a:r>
              <a:rPr lang="ko-KR" altLang="en-US"/>
              <a:t> 함수</a:t>
            </a:r>
            <a:endParaRPr lang="ko-KR" altLang="en-US" sz="2800" b="1" baseline="300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950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266" y="1397025"/>
            <a:ext cx="7038023" cy="406395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11.3 </a:t>
            </a:r>
            <a:r>
              <a:rPr lang="ko-KR" altLang="en-US" dirty="0"/>
              <a:t>맵 함수</a:t>
            </a:r>
            <a:endParaRPr lang="ko-KR" altLang="en-US" sz="2800" b="1" baseline="300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358" y="3735123"/>
            <a:ext cx="5925888" cy="221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878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84821478-0DDE-7594-BDF5-3DFABE6F54A1}"/>
              </a:ext>
            </a:extLst>
          </p:cNvPr>
          <p:cNvGrpSpPr/>
          <p:nvPr/>
        </p:nvGrpSpPr>
        <p:grpSpPr>
          <a:xfrm>
            <a:off x="2614371" y="1914139"/>
            <a:ext cx="6758153" cy="4132097"/>
            <a:chOff x="960459" y="1388990"/>
            <a:chExt cx="8881809" cy="5430551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0459" y="2284815"/>
              <a:ext cx="8881809" cy="4534726"/>
            </a:xfrm>
            <a:prstGeom prst="rect">
              <a:avLst/>
            </a:prstGeom>
          </p:spPr>
        </p:pic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4375" y="1388990"/>
              <a:ext cx="5810726" cy="606898"/>
            </a:xfrm>
            <a:prstGeom prst="rect">
              <a:avLst/>
            </a:prstGeom>
          </p:spPr>
        </p:pic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687CE7-66DF-12B1-631F-52F3542FF903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sz="2000" dirty="0"/>
              <a:t>[</a:t>
            </a:r>
            <a:r>
              <a:rPr lang="ko-KR" altLang="en-US" sz="2000" dirty="0"/>
              <a:t>코드 </a:t>
            </a:r>
            <a:r>
              <a:rPr lang="en-US" altLang="ko-KR" sz="2000" dirty="0"/>
              <a:t>11-10]</a:t>
            </a:r>
            <a:r>
              <a:rPr lang="ko-KR" altLang="en-US" sz="2000" dirty="0"/>
              <a:t>은 </a:t>
            </a:r>
            <a:r>
              <a:rPr lang="en-US" altLang="ko-KR" sz="2000" dirty="0"/>
              <a:t>map() </a:t>
            </a:r>
            <a:r>
              <a:rPr lang="ko-KR" altLang="en-US" sz="2000" dirty="0"/>
              <a:t>함수와</a:t>
            </a:r>
            <a:r>
              <a:rPr lang="en-US" altLang="ko-KR" sz="2000" dirty="0"/>
              <a:t> square() </a:t>
            </a:r>
            <a:r>
              <a:rPr lang="ko-KR" altLang="en-US" sz="2000" dirty="0"/>
              <a:t>함수를 사용하면 다음 </a:t>
            </a:r>
            <a:r>
              <a:rPr lang="en-US" altLang="ko-KR" sz="2000" dirty="0"/>
              <a:t>[</a:t>
            </a:r>
            <a:r>
              <a:rPr lang="ko-KR" altLang="en-US" sz="2000" dirty="0"/>
              <a:t>코드 </a:t>
            </a:r>
            <a:r>
              <a:rPr lang="en-US" altLang="ko-KR" sz="2000" dirty="0"/>
              <a:t>11-11]</a:t>
            </a:r>
            <a:r>
              <a:rPr lang="ko-KR" altLang="en-US" sz="2000" dirty="0"/>
              <a:t>과 같이 간단하게 수정할 수 있다</a:t>
            </a:r>
            <a:r>
              <a:rPr lang="en-US" altLang="ko-KR" sz="2000" dirty="0"/>
              <a:t>.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3827823-63F9-2821-B39F-A77269057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11.3 </a:t>
            </a:r>
            <a:r>
              <a:rPr lang="ko-KR" altLang="en-US" dirty="0"/>
              <a:t>맵 함수</a:t>
            </a:r>
          </a:p>
        </p:txBody>
      </p:sp>
    </p:spTree>
    <p:extLst>
      <p:ext uri="{BB962C8B-B14F-4D97-AF65-F5344CB8AC3E}">
        <p14:creationId xmlns:p14="http://schemas.microsoft.com/office/powerpoint/2010/main" val="3838235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9773ED7B-46D7-6220-AAD2-9256C489747F}"/>
              </a:ext>
            </a:extLst>
          </p:cNvPr>
          <p:cNvGrpSpPr/>
          <p:nvPr/>
        </p:nvGrpSpPr>
        <p:grpSpPr>
          <a:xfrm>
            <a:off x="2148140" y="1635484"/>
            <a:ext cx="7273766" cy="3587031"/>
            <a:chOff x="857222" y="676405"/>
            <a:chExt cx="9234429" cy="4553925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2"/>
            <a:srcRect t="77586" r="26167"/>
            <a:stretch/>
          </p:blipFill>
          <p:spPr>
            <a:xfrm>
              <a:off x="857222" y="3799045"/>
              <a:ext cx="9234429" cy="1431285"/>
            </a:xfrm>
            <a:prstGeom prst="rect">
              <a:avLst/>
            </a:prstGeom>
          </p:spPr>
        </p:pic>
        <p:pic>
          <p:nvPicPr>
            <p:cNvPr id="3" name="그림 2"/>
            <p:cNvPicPr>
              <a:picLocks noChangeAspect="1"/>
            </p:cNvPicPr>
            <p:nvPr/>
          </p:nvPicPr>
          <p:blipFill rotWithShape="1">
            <a:blip r:embed="rId3"/>
            <a:srcRect r="5334"/>
            <a:stretch/>
          </p:blipFill>
          <p:spPr>
            <a:xfrm>
              <a:off x="857222" y="676405"/>
              <a:ext cx="9234429" cy="2831566"/>
            </a:xfrm>
            <a:prstGeom prst="rect">
              <a:avLst/>
            </a:prstGeom>
          </p:spPr>
        </p:pic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580BD69-E9C5-27A8-1B52-C6B4D634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11.3 </a:t>
            </a:r>
            <a:r>
              <a:rPr lang="ko-KR" altLang="en-US" dirty="0"/>
              <a:t>맵 함수</a:t>
            </a:r>
          </a:p>
        </p:txBody>
      </p:sp>
    </p:spTree>
    <p:extLst>
      <p:ext uri="{BB962C8B-B14F-4D97-AF65-F5344CB8AC3E}">
        <p14:creationId xmlns:p14="http://schemas.microsoft.com/office/powerpoint/2010/main" val="2586936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6F575ADF-E855-3C0B-36EC-44D470726004}"/>
              </a:ext>
            </a:extLst>
          </p:cNvPr>
          <p:cNvGrpSpPr/>
          <p:nvPr/>
        </p:nvGrpSpPr>
        <p:grpSpPr>
          <a:xfrm>
            <a:off x="2606500" y="1218045"/>
            <a:ext cx="6322348" cy="4058723"/>
            <a:chOff x="643228" y="253209"/>
            <a:chExt cx="7409248" cy="4756474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3228" y="2471661"/>
              <a:ext cx="7116039" cy="2538022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2432" y="253209"/>
              <a:ext cx="7300044" cy="1974602"/>
            </a:xfrm>
            <a:prstGeom prst="rect">
              <a:avLst/>
            </a:prstGeom>
          </p:spPr>
        </p:pic>
      </p:grp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956319-736D-E2ED-961E-A61457381FB9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map()</a:t>
            </a:r>
            <a:r>
              <a:rPr lang="ko-KR" altLang="en-US" dirty="0"/>
              <a:t> 함수와 람다 함수를 사용하면 간결한 표현식으로 리스트의 요소들을 변환할 수 있다</a:t>
            </a:r>
            <a:r>
              <a:rPr lang="en-US" altLang="ko-KR" dirty="0"/>
              <a:t>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103D769-6425-05D2-8DC2-1478810B2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11.3 </a:t>
            </a:r>
            <a:r>
              <a:rPr lang="ko-KR" altLang="en-US" dirty="0"/>
              <a:t>맵 함수</a:t>
            </a:r>
          </a:p>
        </p:txBody>
      </p:sp>
    </p:spTree>
    <p:extLst>
      <p:ext uri="{BB962C8B-B14F-4D97-AF65-F5344CB8AC3E}">
        <p14:creationId xmlns:p14="http://schemas.microsoft.com/office/powerpoint/2010/main" val="484485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A5D853A-BBC5-2CC8-C3CB-89A9BADC9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11.3 </a:t>
            </a:r>
            <a:r>
              <a:rPr lang="ko-KR" altLang="en-US" dirty="0"/>
              <a:t>맵 함수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932750" y="1082218"/>
            <a:ext cx="6235995" cy="552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063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A387378-A49C-9DA6-A0AC-49310BE79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11.3 </a:t>
            </a:r>
            <a:r>
              <a:rPr lang="ko-KR" altLang="en-US" dirty="0"/>
              <a:t>맵 함수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631156" y="1916113"/>
            <a:ext cx="888682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303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5FDA54E-4223-933F-8350-2C9734BA529F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리스트 축약 표현</a:t>
            </a:r>
            <a:r>
              <a:rPr lang="en-US" altLang="ko-KR" b="1" baseline="30000" dirty="0">
                <a:solidFill>
                  <a:srgbClr val="0070C0"/>
                </a:solidFill>
              </a:rPr>
              <a:t>list comprehension</a:t>
            </a:r>
          </a:p>
          <a:p>
            <a:pPr lvl="1"/>
            <a:r>
              <a:rPr lang="ko-KR" altLang="en-US" dirty="0"/>
              <a:t>집합과</a:t>
            </a:r>
            <a:r>
              <a:rPr lang="en-US" altLang="ko-KR" dirty="0"/>
              <a:t> </a:t>
            </a:r>
            <a:r>
              <a:rPr lang="ko-KR" altLang="en-US" dirty="0"/>
              <a:t>같은 반복 가능한 모든 객체에 대해 적용 가능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축약 표현식을 이용한 값의 수정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sz="2000" dirty="0"/>
          </a:p>
          <a:p>
            <a:r>
              <a:rPr lang="en-US" altLang="ko-KR" sz="2000" dirty="0"/>
              <a:t>If {</a:t>
            </a:r>
            <a:r>
              <a:rPr lang="ko-KR" altLang="en-US" sz="2000" dirty="0"/>
              <a:t>조건 표현식</a:t>
            </a:r>
            <a:r>
              <a:rPr lang="en-US" altLang="ko-KR" sz="2000" dirty="0"/>
              <a:t>} -&gt; </a:t>
            </a:r>
            <a:r>
              <a:rPr lang="ko-KR" altLang="en-US" sz="2000" dirty="0"/>
              <a:t>생략 가능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  <a:p>
            <a:pPr lvl="1"/>
            <a:endParaRPr lang="ko-KR" altLang="en-US" dirty="0"/>
          </a:p>
          <a:p>
            <a:endParaRPr lang="en-US" altLang="ko-KR" b="1" baseline="30000" dirty="0">
              <a:solidFill>
                <a:srgbClr val="0070C0"/>
              </a:solidFill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FEDD138-3679-A78A-595E-84E1D23FE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11.4 </a:t>
            </a:r>
            <a:r>
              <a:rPr lang="ko-KR" altLang="en-US" dirty="0"/>
              <a:t>리스트와 축약 표현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CF70A96-E6B5-5673-4D40-23ABA4334E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358"/>
          <a:stretch/>
        </p:blipFill>
        <p:spPr>
          <a:xfrm>
            <a:off x="1340222" y="2742726"/>
            <a:ext cx="6853520" cy="50300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051F479-71AF-F21C-B0B4-840FD2BDAA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758"/>
          <a:stretch/>
        </p:blipFill>
        <p:spPr>
          <a:xfrm>
            <a:off x="1340221" y="4090174"/>
            <a:ext cx="6869913" cy="527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843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935" y="5091157"/>
            <a:ext cx="3451512" cy="838835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DF7855B0-2A4C-EA39-BD42-8A14B4355601}"/>
              </a:ext>
            </a:extLst>
          </p:cNvPr>
          <p:cNvGrpSpPr/>
          <p:nvPr/>
        </p:nvGrpSpPr>
        <p:grpSpPr>
          <a:xfrm>
            <a:off x="904883" y="1255366"/>
            <a:ext cx="6055561" cy="4674626"/>
            <a:chOff x="452815" y="544973"/>
            <a:chExt cx="7727798" cy="5797088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3"/>
            <a:srcRect r="17545"/>
            <a:stretch/>
          </p:blipFill>
          <p:spPr>
            <a:xfrm>
              <a:off x="452815" y="2647975"/>
              <a:ext cx="6371933" cy="369408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2815" y="544973"/>
              <a:ext cx="7727798" cy="1731193"/>
            </a:xfrm>
            <a:prstGeom prst="rect">
              <a:avLst/>
            </a:prstGeom>
          </p:spPr>
        </p:pic>
      </p:grp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9E5066D8-AAA7-2EBB-29B8-EE97D5203DD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938683" y="2647975"/>
            <a:ext cx="4143332" cy="3398261"/>
          </a:xfrm>
        </p:spPr>
        <p:txBody>
          <a:bodyPr/>
          <a:lstStyle/>
          <a:p>
            <a:pPr fontAlgn="base"/>
            <a:r>
              <a:rPr lang="ko-KR" altLang="en-US" dirty="0"/>
              <a:t>세 코드의 실행 결과는 같이 동일하다</a:t>
            </a:r>
            <a:r>
              <a:rPr lang="en-US" altLang="ko-KR" dirty="0"/>
              <a:t>.</a:t>
            </a:r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8DADBAC9-516C-FCD5-1CA4-0AE83C87E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11.4 </a:t>
            </a:r>
            <a:r>
              <a:rPr lang="ko-KR" altLang="en-US" dirty="0"/>
              <a:t>리스트와 축약 표현</a:t>
            </a:r>
          </a:p>
        </p:txBody>
      </p:sp>
    </p:spTree>
    <p:extLst>
      <p:ext uri="{BB962C8B-B14F-4D97-AF65-F5344CB8AC3E}">
        <p14:creationId xmlns:p14="http://schemas.microsoft.com/office/powerpoint/2010/main" val="2084126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C87475D-C63B-AA3F-85E6-051CD60BA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11.4 </a:t>
            </a:r>
            <a:r>
              <a:rPr lang="ko-KR" altLang="en-US" dirty="0"/>
              <a:t>리스트와 축약 표현</a:t>
            </a:r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697756"/>
            <a:ext cx="10015538" cy="377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495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C95B4FD-38E4-0AF8-E236-5A028A3E6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11.4 </a:t>
            </a:r>
            <a:r>
              <a:rPr lang="ko-KR" altLang="en-US" dirty="0"/>
              <a:t>리스트와 축약 표현</a:t>
            </a:r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690258"/>
            <a:ext cx="10015538" cy="379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283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5C2CBB3-FCFF-3F3C-4CF5-E89BDC1F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11.4 </a:t>
            </a:r>
            <a:r>
              <a:rPr lang="ko-KR" altLang="en-US" dirty="0"/>
              <a:t>리스트와 축약 표현</a:t>
            </a:r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143166" y="1128713"/>
            <a:ext cx="9862806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777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1AD751E-85F0-B538-C5D0-3F2518302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11.4.2 if </a:t>
            </a:r>
            <a:r>
              <a:rPr lang="ko-KR" altLang="en-US" sz="2400" dirty="0"/>
              <a:t>조건식을 이용한 필터링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DED5B4B-4386-B5D6-53C6-ED9B7516B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11.4 </a:t>
            </a:r>
            <a:r>
              <a:rPr lang="ko-KR" altLang="en-US" dirty="0"/>
              <a:t>리스트와 축약 표현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64A5FC1-A712-20A4-093C-3E991AE2D4F8}"/>
              </a:ext>
            </a:extLst>
          </p:cNvPr>
          <p:cNvGrpSpPr/>
          <p:nvPr/>
        </p:nvGrpSpPr>
        <p:grpSpPr>
          <a:xfrm>
            <a:off x="2613209" y="1619118"/>
            <a:ext cx="7633051" cy="4396200"/>
            <a:chOff x="838198" y="977561"/>
            <a:chExt cx="8736073" cy="5031477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8CD7F09-0549-8F91-827E-5C74570015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198" y="4965459"/>
              <a:ext cx="4844266" cy="1043579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E7D2DC3-9472-203B-315A-EB5266CD4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198" y="3070552"/>
              <a:ext cx="8736073" cy="1621738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26BA031-9493-D042-BBBB-A36B875D07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198" y="977561"/>
              <a:ext cx="8682415" cy="19594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9270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1AD751E-85F0-B538-C5D0-3F2518302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11.4.2 if </a:t>
            </a:r>
            <a:r>
              <a:rPr lang="ko-KR" altLang="en-US" sz="2400" dirty="0"/>
              <a:t>조건식을 이용한 필터링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DED5B4B-4386-B5D6-53C6-ED9B7516B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11.4 </a:t>
            </a:r>
            <a:r>
              <a:rPr lang="ko-KR" altLang="en-US" dirty="0"/>
              <a:t>리스트와 축약 표현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AAA4FAD-F2F7-90D1-7E4F-C65B3E04F15E}"/>
              </a:ext>
            </a:extLst>
          </p:cNvPr>
          <p:cNvGrpSpPr/>
          <p:nvPr/>
        </p:nvGrpSpPr>
        <p:grpSpPr>
          <a:xfrm>
            <a:off x="3016305" y="1700808"/>
            <a:ext cx="5822896" cy="4441748"/>
            <a:chOff x="631692" y="612918"/>
            <a:chExt cx="7188609" cy="5483524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ACF7D94C-3E20-2DF9-DCF1-12D440443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1692" y="4695350"/>
              <a:ext cx="7188609" cy="1401092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B40DB30-0AC4-C6A1-FBCA-B5290D588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1692" y="2704475"/>
              <a:ext cx="7188609" cy="1990875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EF708D11-36AB-366C-F8A4-A0C4E8409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1693" y="612918"/>
              <a:ext cx="7188608" cy="19358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1761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1AD751E-85F0-B538-C5D0-3F2518302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11.4.2 if </a:t>
            </a:r>
            <a:r>
              <a:rPr lang="ko-KR" altLang="en-US" sz="2400" dirty="0"/>
              <a:t>조건식을 이용한 필터링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DED5B4B-4386-B5D6-53C6-ED9B7516B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11.4 </a:t>
            </a:r>
            <a:r>
              <a:rPr lang="ko-KR" altLang="en-US" dirty="0"/>
              <a:t>리스트와 축약 표현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EC91BEF-EB53-6C30-1F86-2625FF7C46F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 err="1"/>
              <a:t>필터링된</a:t>
            </a:r>
            <a:r>
              <a:rPr lang="ko-KR" altLang="en-US" dirty="0"/>
              <a:t> 값에 대해 </a:t>
            </a:r>
            <a:r>
              <a:rPr lang="en-US" altLang="ko-KR" dirty="0"/>
              <a:t>x * x</a:t>
            </a:r>
            <a:r>
              <a:rPr lang="ko-KR" altLang="en-US" dirty="0"/>
              <a:t>를 통해 각 값의 제곱을 구한 후 이 값을 리스트에 넣는 과정이다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r="11228" b="4352"/>
          <a:stretch/>
        </p:blipFill>
        <p:spPr>
          <a:xfrm>
            <a:off x="2724619" y="2268071"/>
            <a:ext cx="7360917" cy="4411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473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1AD751E-85F0-B538-C5D0-3F2518302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11.4.2 if </a:t>
            </a:r>
            <a:r>
              <a:rPr lang="ko-KR" altLang="en-US" sz="2400" dirty="0"/>
              <a:t>조건식을 이용한 필터링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DED5B4B-4386-B5D6-53C6-ED9B7516B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11.4 </a:t>
            </a:r>
            <a:r>
              <a:rPr lang="ko-KR" altLang="en-US" dirty="0"/>
              <a:t>리스트와 축약 표현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EC91BEF-EB53-6C30-1F86-2625FF7C46F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여러 개의 정수 문자열을 </a:t>
            </a:r>
            <a:r>
              <a:rPr lang="ko-KR" altLang="en-US" dirty="0" err="1"/>
              <a:t>입력받아</a:t>
            </a:r>
            <a:r>
              <a:rPr lang="ko-KR" altLang="en-US" dirty="0"/>
              <a:t> 이를 </a:t>
            </a:r>
            <a:r>
              <a:rPr lang="en-US" altLang="ko-KR" dirty="0"/>
              <a:t>int()</a:t>
            </a:r>
            <a:r>
              <a:rPr lang="ko-KR" altLang="en-US" dirty="0"/>
              <a:t> 함수를 사용해서 정수형 값을 가진 리스트로 변환하는 것도 손쉽게 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238" y="2657762"/>
            <a:ext cx="7784324" cy="307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70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1AD751E-85F0-B538-C5D0-3F2518302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11.4.2 if </a:t>
            </a:r>
            <a:r>
              <a:rPr lang="ko-KR" altLang="en-US" sz="2400" dirty="0"/>
              <a:t>조건식을 이용한 필터링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DED5B4B-4386-B5D6-53C6-ED9B7516B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11.4 </a:t>
            </a:r>
            <a:r>
              <a:rPr lang="ko-KR" altLang="en-US" dirty="0"/>
              <a:t>리스트와 축약 표현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EC91BEF-EB53-6C30-1F86-2625FF7C46F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171764" y="1700809"/>
            <a:ext cx="3910249" cy="4345428"/>
          </a:xfrm>
        </p:spPr>
        <p:txBody>
          <a:bodyPr/>
          <a:lstStyle/>
          <a:p>
            <a:r>
              <a:rPr lang="ko-KR" altLang="en-US" dirty="0"/>
              <a:t>리스트 축약 표현을 이용하여 한 줄의 코딩으로 표현 가능</a:t>
            </a:r>
          </a:p>
          <a:p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AFFB208-DFD3-4025-5A15-4B10D94B3C51}"/>
              </a:ext>
            </a:extLst>
          </p:cNvPr>
          <p:cNvGrpSpPr/>
          <p:nvPr/>
        </p:nvGrpSpPr>
        <p:grpSpPr>
          <a:xfrm>
            <a:off x="908508" y="1625745"/>
            <a:ext cx="6375695" cy="5054024"/>
            <a:chOff x="679325" y="457200"/>
            <a:chExt cx="7084762" cy="5534219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761CF60-9CDC-4FC8-491A-6CB6B66619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17295"/>
            <a:stretch/>
          </p:blipFill>
          <p:spPr>
            <a:xfrm>
              <a:off x="679325" y="4836749"/>
              <a:ext cx="7084762" cy="115467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44C276E-2652-EFC3-3549-536D186EA8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6873"/>
            <a:stretch/>
          </p:blipFill>
          <p:spPr>
            <a:xfrm>
              <a:off x="679325" y="457200"/>
              <a:ext cx="7068137" cy="2573263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539F6FD-171C-1085-A386-302FCD28CD9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6293"/>
            <a:stretch/>
          </p:blipFill>
          <p:spPr>
            <a:xfrm>
              <a:off x="679326" y="3125932"/>
              <a:ext cx="7059824" cy="14402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76118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C929F79-45FE-2160-E45B-0A60ED9AC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11.4.2 if </a:t>
            </a:r>
            <a:r>
              <a:rPr lang="ko-KR" altLang="en-US" sz="2400" dirty="0"/>
              <a:t>조건식을 이용한 필터링</a:t>
            </a: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8AAF221-2F82-94F5-B1EF-8ECABB02A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11.4 </a:t>
            </a:r>
            <a:r>
              <a:rPr lang="ko-KR" altLang="en-US" dirty="0"/>
              <a:t>리스트와 축약 표현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2160948E-BBED-7CE2-2538-00E71349169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sz="2000" dirty="0"/>
              <a:t>좀 더 복잡한 조건식 적용 가능</a:t>
            </a:r>
          </a:p>
          <a:p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95BFAF5-4A5E-1506-33A5-EBCA24C2F906}"/>
              </a:ext>
            </a:extLst>
          </p:cNvPr>
          <p:cNvGrpSpPr/>
          <p:nvPr/>
        </p:nvGrpSpPr>
        <p:grpSpPr>
          <a:xfrm>
            <a:off x="1117386" y="2331205"/>
            <a:ext cx="10456049" cy="3256444"/>
            <a:chOff x="489857" y="708593"/>
            <a:chExt cx="10456049" cy="3256444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9857" y="2543445"/>
              <a:ext cx="8363198" cy="1421592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9858" y="708593"/>
              <a:ext cx="8427730" cy="1461720"/>
            </a:xfrm>
            <a:prstGeom prst="rect">
              <a:avLst/>
            </a:prstGeom>
          </p:spPr>
        </p:pic>
        <p:grpSp>
          <p:nvGrpSpPr>
            <p:cNvPr id="11" name="그룹 10"/>
            <p:cNvGrpSpPr/>
            <p:nvPr/>
          </p:nvGrpSpPr>
          <p:grpSpPr>
            <a:xfrm>
              <a:off x="3940233" y="1729047"/>
              <a:ext cx="7005673" cy="1406321"/>
              <a:chOff x="3940233" y="1729047"/>
              <a:chExt cx="7005673" cy="1406321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5799191" y="1795106"/>
                <a:ext cx="5146715" cy="58477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>
                    <a:solidFill>
                      <a:srgbClr val="FF0000"/>
                    </a:solidFill>
                  </a:rPr>
                  <a:t>필요에 따라서 더 많은 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if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를 추가하여 조건을 더 줄 수 있다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(1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에서 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30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까지의 수 중에서 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2, 3, 5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의 배수 구하기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).</a:t>
                </a:r>
                <a:endParaRPr lang="ko-KR" altLang="en-US" sz="14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3" name="직선 화살표 연결선 12"/>
              <p:cNvCxnSpPr/>
              <p:nvPr/>
            </p:nvCxnSpPr>
            <p:spPr>
              <a:xfrm flipH="1" flipV="1">
                <a:off x="3940233" y="1729047"/>
                <a:ext cx="1858958" cy="389225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직선 화살표 연결선 13"/>
              <p:cNvCxnSpPr>
                <a:cxnSpLocks/>
              </p:cNvCxnSpPr>
              <p:nvPr/>
            </p:nvCxnSpPr>
            <p:spPr>
              <a:xfrm>
                <a:off x="6005746" y="2379881"/>
                <a:ext cx="418454" cy="75548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895235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C929F79-45FE-2160-E45B-0A60ED9AC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11.4.2 if </a:t>
            </a:r>
            <a:r>
              <a:rPr lang="ko-KR" altLang="en-US" sz="2400" dirty="0"/>
              <a:t>조건식을 이용한 필터링</a:t>
            </a: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8AAF221-2F82-94F5-B1EF-8ECABB02A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11.4 </a:t>
            </a:r>
            <a:r>
              <a:rPr lang="ko-KR" altLang="en-US" dirty="0"/>
              <a:t>리스트와 축약 표현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2027003" y="1700213"/>
            <a:ext cx="8095131" cy="434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090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C929F79-45FE-2160-E45B-0A60ED9AC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11.4.2 if </a:t>
            </a:r>
            <a:r>
              <a:rPr lang="ko-KR" altLang="en-US" sz="2400" dirty="0"/>
              <a:t>조건식을 이용한 필터링</a:t>
            </a: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8AAF221-2F82-94F5-B1EF-8ECABB02A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11.4 </a:t>
            </a:r>
            <a:r>
              <a:rPr lang="ko-KR" altLang="en-US" dirty="0"/>
              <a:t>리스트와 축약 표현</a:t>
            </a:r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743545" y="1700213"/>
            <a:ext cx="8662047" cy="434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562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3" y="2216165"/>
            <a:ext cx="7611272" cy="3002397"/>
          </a:xfrm>
          <a:prstGeom prst="rect">
            <a:avLst/>
          </a:prstGeom>
        </p:spPr>
      </p:pic>
      <p:sp>
        <p:nvSpPr>
          <p:cNvPr id="8" name="내용 개체 틀 2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/>
              <a:t>반복자</a:t>
            </a:r>
            <a:r>
              <a:rPr lang="en-US" altLang="ko-KR" b="1" baseline="30000" dirty="0">
                <a:solidFill>
                  <a:schemeClr val="accent5"/>
                </a:solidFill>
              </a:rPr>
              <a:t>iterator</a:t>
            </a:r>
          </a:p>
          <a:p>
            <a:pPr lvl="1" fontAlgn="base"/>
            <a:r>
              <a:rPr lang="ko-KR" altLang="en-US" dirty="0"/>
              <a:t>하나 이상의 항목이 포함되어 있는 자료구조에서 데이터를 순차적으로 꺼내어 이용할 수 있는 객체를 </a:t>
            </a:r>
            <a:r>
              <a:rPr lang="ko-KR" altLang="en-US" b="1" dirty="0"/>
              <a:t>반복자 객체</a:t>
            </a:r>
            <a:r>
              <a:rPr lang="ko-KR" altLang="en-US" dirty="0"/>
              <a:t>라고 한다</a:t>
            </a:r>
            <a:r>
              <a:rPr lang="en-US" altLang="ko-KR" dirty="0"/>
              <a:t>.</a:t>
            </a:r>
            <a:endParaRPr lang="en-US" altLang="ko-KR" sz="500" dirty="0"/>
          </a:p>
          <a:p>
            <a:pPr fontAlgn="base"/>
            <a:endParaRPr lang="en-US" altLang="ko-KR" sz="500" dirty="0"/>
          </a:p>
          <a:p>
            <a:pPr lvl="1" fontAlgn="base"/>
            <a:endParaRPr lang="en-US" altLang="ko-KR" sz="500" dirty="0"/>
          </a:p>
          <a:p>
            <a:pPr lvl="1" fontAlgn="base"/>
            <a:endParaRPr lang="ko-KR" altLang="en-US" dirty="0"/>
          </a:p>
          <a:p>
            <a:pPr lvl="1" fontAlgn="base"/>
            <a:endParaRPr lang="en-US" altLang="ko-KR" dirty="0"/>
          </a:p>
          <a:p>
            <a:pPr lvl="1" fontAlgn="base"/>
            <a:endParaRPr lang="en-US" altLang="ko-KR" dirty="0"/>
          </a:p>
          <a:p>
            <a:pPr lvl="1" fontAlgn="base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11.5 </a:t>
            </a:r>
            <a:r>
              <a:rPr lang="ko-KR" altLang="en-US" dirty="0"/>
              <a:t>반복자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9" name="그룹 8"/>
          <p:cNvGrpSpPr/>
          <p:nvPr/>
        </p:nvGrpSpPr>
        <p:grpSpPr>
          <a:xfrm>
            <a:off x="8095298" y="2686523"/>
            <a:ext cx="3243431" cy="1022909"/>
            <a:chOff x="8041499" y="3654711"/>
            <a:chExt cx="3243431" cy="1022909"/>
          </a:xfrm>
        </p:grpSpPr>
        <p:sp>
          <p:nvSpPr>
            <p:cNvPr id="7" name="TextBox 6"/>
            <p:cNvSpPr txBox="1"/>
            <p:nvPr/>
          </p:nvSpPr>
          <p:spPr>
            <a:xfrm>
              <a:off x="8462356" y="3654711"/>
              <a:ext cx="2822574" cy="58477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solidFill>
                    <a:srgbClr val="FF0000"/>
                  </a:solidFill>
                </a:rPr>
                <a:t>반복 후에는 </a:t>
              </a:r>
              <a:r>
                <a:rPr lang="en-US" altLang="ko-KR" sz="1600" dirty="0" err="1">
                  <a:solidFill>
                    <a:srgbClr val="FF0000"/>
                  </a:solidFill>
                </a:rPr>
                <a:t>StopIteration</a:t>
              </a:r>
              <a:r>
                <a:rPr lang="ko-KR" altLang="en-US" sz="1600" dirty="0">
                  <a:solidFill>
                    <a:srgbClr val="FF0000"/>
                  </a:solidFill>
                </a:rPr>
                <a:t>을 </a:t>
              </a:r>
              <a:endParaRPr lang="en-US" altLang="ko-KR" sz="1600" dirty="0">
                <a:solidFill>
                  <a:srgbClr val="FF0000"/>
                </a:solidFill>
              </a:endParaRPr>
            </a:p>
            <a:p>
              <a:r>
                <a:rPr lang="ko-KR" altLang="en-US" sz="1600" dirty="0">
                  <a:solidFill>
                    <a:srgbClr val="FF0000"/>
                  </a:solidFill>
                </a:rPr>
                <a:t>반환함</a:t>
              </a:r>
              <a:r>
                <a:rPr lang="en-US" altLang="ko-KR" sz="1600" dirty="0">
                  <a:solidFill>
                    <a:srgbClr val="FF0000"/>
                  </a:solidFill>
                </a:rPr>
                <a:t>(</a:t>
              </a:r>
              <a:r>
                <a:rPr lang="ko-KR" altLang="en-US" sz="1600" dirty="0">
                  <a:solidFill>
                    <a:srgbClr val="FF0000"/>
                  </a:solidFill>
                </a:rPr>
                <a:t>에러 객체</a:t>
              </a:r>
              <a:r>
                <a:rPr lang="en-US" altLang="ko-KR" sz="1600" dirty="0">
                  <a:solidFill>
                    <a:srgbClr val="FF0000"/>
                  </a:solidFill>
                </a:rPr>
                <a:t>)</a:t>
              </a:r>
              <a:endParaRPr lang="ko-KR" altLang="en-US" sz="1600" dirty="0">
                <a:solidFill>
                  <a:srgbClr val="FF0000"/>
                </a:solidFill>
              </a:endParaRPr>
            </a:p>
          </p:txBody>
        </p:sp>
        <p:cxnSp>
          <p:nvCxnSpPr>
            <p:cNvPr id="10" name="직선 화살표 연결선 9"/>
            <p:cNvCxnSpPr>
              <a:cxnSpLocks/>
              <a:stCxn id="7" idx="1"/>
            </p:cNvCxnSpPr>
            <p:nvPr/>
          </p:nvCxnSpPr>
          <p:spPr>
            <a:xfrm flipH="1">
              <a:off x="8041499" y="3947099"/>
              <a:ext cx="420857" cy="73052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0777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D991CD-1DC8-9441-0D7C-6A775D0E8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11.5 </a:t>
            </a:r>
            <a:r>
              <a:rPr lang="ko-KR" altLang="en-US" dirty="0"/>
              <a:t>반복자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577398"/>
            <a:ext cx="10015538" cy="402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654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D991CD-1DC8-9441-0D7C-6A775D0E8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11.5 </a:t>
            </a:r>
            <a:r>
              <a:rPr lang="ko-KR" altLang="en-US" dirty="0"/>
              <a:t>반복자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457425C-FBBF-28B1-3B09-FA35310761A1}"/>
              </a:ext>
            </a:extLst>
          </p:cNvPr>
          <p:cNvGrpSpPr/>
          <p:nvPr/>
        </p:nvGrpSpPr>
        <p:grpSpPr>
          <a:xfrm>
            <a:off x="1103797" y="635432"/>
            <a:ext cx="9816950" cy="5858356"/>
            <a:chOff x="-516164" y="-268988"/>
            <a:chExt cx="12646726" cy="754704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170CCA31-AA5D-0389-85EB-D4528C0841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13184"/>
            <a:stretch/>
          </p:blipFill>
          <p:spPr>
            <a:xfrm>
              <a:off x="6431998" y="5614425"/>
              <a:ext cx="5698564" cy="1663634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2FBEACF-7DDA-A490-719D-C4C64FB0E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516164" y="398527"/>
              <a:ext cx="6443435" cy="470327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59FD008-839B-B098-5235-176F48C40905}"/>
                </a:ext>
              </a:extLst>
            </p:cNvPr>
            <p:cNvSpPr txBox="1"/>
            <p:nvPr/>
          </p:nvSpPr>
          <p:spPr>
            <a:xfrm>
              <a:off x="2011412" y="6488668"/>
              <a:ext cx="17764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>
                  <a:solidFill>
                    <a:srgbClr val="FF0000"/>
                  </a:solidFill>
                </a:rPr>
                <a:t>&lt;</a:t>
              </a:r>
              <a:r>
                <a:rPr lang="ko-KR" altLang="en-US" sz="1600">
                  <a:solidFill>
                    <a:srgbClr val="FF0000"/>
                  </a:solidFill>
                </a:rPr>
                <a:t>우측에 이어짐</a:t>
              </a:r>
              <a:r>
                <a:rPr lang="en-US" altLang="ko-KR" sz="1600">
                  <a:solidFill>
                    <a:srgbClr val="FF0000"/>
                  </a:solidFill>
                </a:rPr>
                <a:t>&gt;</a:t>
              </a:r>
              <a:endParaRPr lang="ko-KR" altLang="en-US" sz="1600">
                <a:solidFill>
                  <a:srgbClr val="FF0000"/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75AEA92-26BF-E006-42A5-39E1EDE254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3275" b="2573"/>
            <a:stretch/>
          </p:blipFill>
          <p:spPr>
            <a:xfrm>
              <a:off x="6410749" y="-268988"/>
              <a:ext cx="5467011" cy="57236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71668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8B258FF-1113-E5B3-A75C-9496A31F580C}"/>
              </a:ext>
            </a:extLst>
          </p:cNvPr>
          <p:cNvGrpSpPr/>
          <p:nvPr/>
        </p:nvGrpSpPr>
        <p:grpSpPr>
          <a:xfrm>
            <a:off x="1221677" y="1182040"/>
            <a:ext cx="9428394" cy="4807631"/>
            <a:chOff x="585182" y="787594"/>
            <a:chExt cx="9855604" cy="5025470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5182" y="787594"/>
              <a:ext cx="9855604" cy="5025470"/>
            </a:xfrm>
            <a:prstGeom prst="rect">
              <a:avLst/>
            </a:prstGeom>
          </p:spPr>
        </p:pic>
        <p:cxnSp>
          <p:nvCxnSpPr>
            <p:cNvPr id="4" name="직선 화살표 연결선 3"/>
            <p:cNvCxnSpPr/>
            <p:nvPr/>
          </p:nvCxnSpPr>
          <p:spPr>
            <a:xfrm flipH="1">
              <a:off x="2776452" y="4644409"/>
              <a:ext cx="506752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3283204" y="4321244"/>
              <a:ext cx="3901762" cy="58477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600" dirty="0"/>
                <a:t>마지막 원소 반환 후에는 </a:t>
              </a:r>
              <a:r>
                <a:rPr lang="en-US" altLang="ko-KR" sz="1600" dirty="0" err="1"/>
                <a:t>StopIteration</a:t>
              </a:r>
              <a:r>
                <a:rPr lang="ko-KR" altLang="en-US" sz="1600" dirty="0"/>
                <a:t>을 반환함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83204" y="3209608"/>
              <a:ext cx="3901762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600" dirty="0"/>
                <a:t>next () </a:t>
              </a:r>
              <a:r>
                <a:rPr lang="ko-KR" altLang="en-US" sz="1600" dirty="0"/>
                <a:t>내장 함수를 사용하여 순회함</a:t>
              </a:r>
            </a:p>
          </p:txBody>
        </p:sp>
        <p:cxnSp>
          <p:nvCxnSpPr>
            <p:cNvPr id="9" name="직선 화살표 연결선 8"/>
            <p:cNvCxnSpPr/>
            <p:nvPr/>
          </p:nvCxnSpPr>
          <p:spPr>
            <a:xfrm flipH="1" flipV="1">
              <a:off x="2776452" y="3300329"/>
              <a:ext cx="506752" cy="9129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제목 4">
            <a:extLst>
              <a:ext uri="{FF2B5EF4-FFF2-40B4-BE49-F238E27FC236}">
                <a16:creationId xmlns:a16="http://schemas.microsoft.com/office/drawing/2014/main" id="{55E876B3-D177-4297-86DF-C3CB1598D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11.5 </a:t>
            </a:r>
            <a:r>
              <a:rPr lang="ko-KR" altLang="en-US" dirty="0"/>
              <a:t>반복자</a:t>
            </a:r>
          </a:p>
        </p:txBody>
      </p:sp>
    </p:spTree>
    <p:extLst>
      <p:ext uri="{BB962C8B-B14F-4D97-AF65-F5344CB8AC3E}">
        <p14:creationId xmlns:p14="http://schemas.microsoft.com/office/powerpoint/2010/main" val="139123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578FD3-086D-46FA-8C9D-BB4C6DE9171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__next__() </a:t>
            </a:r>
            <a:r>
              <a:rPr lang="ko-KR" altLang="en-US" dirty="0"/>
              <a:t>특수 </a:t>
            </a:r>
            <a:r>
              <a:rPr lang="ko-KR" altLang="en-US" dirty="0" err="1"/>
              <a:t>메소드의</a:t>
            </a:r>
            <a:r>
              <a:rPr lang="ko-KR" altLang="en-US" dirty="0"/>
              <a:t> 사용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B8877B0-0F3F-728F-8337-FE2D425A5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11.5 </a:t>
            </a:r>
            <a:r>
              <a:rPr lang="ko-KR" altLang="en-US" dirty="0"/>
              <a:t>반복자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91A825A-E8CE-D9A5-0CC1-BB7DAABF139E}"/>
              </a:ext>
            </a:extLst>
          </p:cNvPr>
          <p:cNvGrpSpPr/>
          <p:nvPr/>
        </p:nvGrpSpPr>
        <p:grpSpPr>
          <a:xfrm>
            <a:off x="1364869" y="1701471"/>
            <a:ext cx="9717145" cy="4261600"/>
            <a:chOff x="966715" y="1378661"/>
            <a:chExt cx="9860416" cy="4324434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6715" y="1378661"/>
              <a:ext cx="9860416" cy="4324434"/>
            </a:xfrm>
            <a:prstGeom prst="rect">
              <a:avLst/>
            </a:prstGeom>
          </p:spPr>
        </p:pic>
        <p:grpSp>
          <p:nvGrpSpPr>
            <p:cNvPr id="7" name="그룹 6"/>
            <p:cNvGrpSpPr/>
            <p:nvPr/>
          </p:nvGrpSpPr>
          <p:grpSpPr>
            <a:xfrm>
              <a:off x="3525188" y="4199504"/>
              <a:ext cx="4322616" cy="1022909"/>
              <a:chOff x="3241966" y="4081105"/>
              <a:chExt cx="4322616" cy="1022909"/>
            </a:xfrm>
          </p:grpSpPr>
          <p:sp>
            <p:nvSpPr>
              <p:cNvPr id="4" name="TextBox 3"/>
              <p:cNvSpPr txBox="1"/>
              <p:nvPr/>
            </p:nvSpPr>
            <p:spPr>
              <a:xfrm>
                <a:off x="3662820" y="4081105"/>
                <a:ext cx="3901762" cy="59339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>
                    <a:solidFill>
                      <a:srgbClr val="FF0000"/>
                    </a:solidFill>
                  </a:rPr>
                  <a:t>마지막 원소 반환 후에는 </a:t>
                </a:r>
                <a:r>
                  <a:rPr lang="en-US" altLang="ko-KR" sz="1600" dirty="0" err="1">
                    <a:solidFill>
                      <a:srgbClr val="FF0000"/>
                    </a:solidFill>
                  </a:rPr>
                  <a:t>StopIteration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을 반환함</a:t>
                </a:r>
              </a:p>
            </p:txBody>
          </p:sp>
          <p:cxnSp>
            <p:nvCxnSpPr>
              <p:cNvPr id="5" name="직선 화살표 연결선 4"/>
              <p:cNvCxnSpPr>
                <a:stCxn id="4" idx="1"/>
              </p:cNvCxnSpPr>
              <p:nvPr/>
            </p:nvCxnSpPr>
            <p:spPr>
              <a:xfrm flipH="1">
                <a:off x="3241966" y="4377804"/>
                <a:ext cx="420854" cy="72621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그룹 7"/>
            <p:cNvGrpSpPr/>
            <p:nvPr/>
          </p:nvGrpSpPr>
          <p:grpSpPr>
            <a:xfrm>
              <a:off x="3841582" y="3060865"/>
              <a:ext cx="4408514" cy="338554"/>
              <a:chOff x="3156068" y="4081105"/>
              <a:chExt cx="4408514" cy="338554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3662820" y="4081105"/>
                <a:ext cx="3901762" cy="33855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>
                    <a:solidFill>
                      <a:srgbClr val="FF0000"/>
                    </a:solidFill>
                  </a:rPr>
                  <a:t>__next__() 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특수 </a:t>
                </a:r>
                <a:r>
                  <a:rPr lang="ko-KR" altLang="en-US" sz="1600" dirty="0" err="1">
                    <a:solidFill>
                      <a:srgbClr val="FF0000"/>
                    </a:solidFill>
                  </a:rPr>
                  <a:t>메소드를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 호출함</a:t>
                </a:r>
              </a:p>
            </p:txBody>
          </p:sp>
          <p:cxnSp>
            <p:nvCxnSpPr>
              <p:cNvPr id="10" name="직선 화살표 연결선 9"/>
              <p:cNvCxnSpPr>
                <a:stCxn id="9" idx="1"/>
              </p:cNvCxnSpPr>
              <p:nvPr/>
            </p:nvCxnSpPr>
            <p:spPr>
              <a:xfrm flipH="1" flipV="1">
                <a:off x="3156068" y="4174475"/>
                <a:ext cx="506752" cy="7590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896972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578FD3-086D-46FA-8C9D-BB4C6DE9171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 err="1"/>
              <a:t>range_iterator</a:t>
            </a:r>
            <a:r>
              <a:rPr lang="en-US" altLang="ko-KR" dirty="0"/>
              <a:t> </a:t>
            </a:r>
            <a:r>
              <a:rPr lang="ko-KR" altLang="en-US" dirty="0"/>
              <a:t>형 객체는 </a:t>
            </a:r>
            <a:r>
              <a:rPr lang="en-US" altLang="ko-KR" dirty="0"/>
              <a:t>next() </a:t>
            </a:r>
            <a:r>
              <a:rPr lang="ko-KR" altLang="en-US" dirty="0"/>
              <a:t>함수를 통해 다음 항목으로 접근할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B8877B0-0F3F-728F-8337-FE2D425A5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11.5 </a:t>
            </a:r>
            <a:r>
              <a:rPr lang="ko-KR" altLang="en-US" dirty="0"/>
              <a:t>반복자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45445C0-7CB1-CDE9-039E-55BF1E0AC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901" y="1964393"/>
            <a:ext cx="8490197" cy="3668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47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578FD3-086D-46FA-8C9D-BB4C6DE9171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 err="1"/>
              <a:t>대화창</a:t>
            </a:r>
            <a:r>
              <a:rPr lang="ko-KR" altLang="en-US" dirty="0"/>
              <a:t> 실습 코드와 같이 </a:t>
            </a:r>
            <a:r>
              <a:rPr lang="en-US" altLang="ko-KR" dirty="0"/>
              <a:t>iterator </a:t>
            </a:r>
            <a:r>
              <a:rPr lang="ko-KR" altLang="en-US" dirty="0"/>
              <a:t>객체는 </a:t>
            </a:r>
            <a:r>
              <a:rPr lang="en-US" altLang="ko-KR" dirty="0"/>
              <a:t>for – in </a:t>
            </a:r>
            <a:r>
              <a:rPr lang="ko-KR" altLang="en-US" dirty="0"/>
              <a:t>구문을 통해서 반복적으로 하나씩 데이터를 꺼내서 처리할 수 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B8877B0-0F3F-728F-8337-FE2D425A5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11.5 </a:t>
            </a:r>
            <a:r>
              <a:rPr lang="ko-KR" altLang="en-US" dirty="0"/>
              <a:t>반복자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528" y="2305670"/>
            <a:ext cx="8970176" cy="2246659"/>
          </a:xfrm>
          <a:prstGeom prst="rect">
            <a:avLst/>
          </a:prstGeom>
        </p:spPr>
      </p:pic>
      <p:grpSp>
        <p:nvGrpSpPr>
          <p:cNvPr id="4" name="그룹 3"/>
          <p:cNvGrpSpPr/>
          <p:nvPr/>
        </p:nvGrpSpPr>
        <p:grpSpPr>
          <a:xfrm>
            <a:off x="4780464" y="3084763"/>
            <a:ext cx="5098642" cy="830997"/>
            <a:chOff x="3156068" y="4081105"/>
            <a:chExt cx="5353396" cy="830997"/>
          </a:xfrm>
        </p:grpSpPr>
        <p:sp>
          <p:nvSpPr>
            <p:cNvPr id="5" name="TextBox 4"/>
            <p:cNvSpPr txBox="1"/>
            <p:nvPr/>
          </p:nvSpPr>
          <p:spPr>
            <a:xfrm>
              <a:off x="3662820" y="4081105"/>
              <a:ext cx="4846644" cy="83099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solidFill>
                    <a:srgbClr val="FF0000"/>
                  </a:solidFill>
                </a:rPr>
                <a:t>range() </a:t>
              </a:r>
              <a:r>
                <a:rPr lang="ko-KR" altLang="en-US" sz="1600" dirty="0">
                  <a:solidFill>
                    <a:srgbClr val="FF0000"/>
                  </a:solidFill>
                </a:rPr>
                <a:t>는 정수 </a:t>
              </a:r>
              <a:r>
                <a:rPr lang="ko-KR" altLang="en-US" sz="1600" dirty="0" err="1">
                  <a:solidFill>
                    <a:srgbClr val="FF0000"/>
                  </a:solidFill>
                </a:rPr>
                <a:t>객체만을</a:t>
              </a:r>
              <a:r>
                <a:rPr lang="ko-KR" altLang="en-US" sz="1600" dirty="0">
                  <a:solidFill>
                    <a:srgbClr val="FF0000"/>
                  </a:solidFill>
                </a:rPr>
                <a:t> 인자로 가진다</a:t>
              </a:r>
              <a:r>
                <a:rPr lang="en-US" altLang="ko-KR" sz="1600" dirty="0">
                  <a:solidFill>
                    <a:srgbClr val="FF0000"/>
                  </a:solidFill>
                </a:rPr>
                <a:t>.</a:t>
              </a:r>
            </a:p>
            <a:p>
              <a:r>
                <a:rPr lang="ko-KR" altLang="en-US" sz="1600" dirty="0">
                  <a:solidFill>
                    <a:srgbClr val="FF0000"/>
                  </a:solidFill>
                </a:rPr>
                <a:t>내부적으로 </a:t>
              </a:r>
              <a:r>
                <a:rPr lang="en-US" altLang="ko-KR" sz="1600" dirty="0">
                  <a:solidFill>
                    <a:srgbClr val="FF0000"/>
                  </a:solidFill>
                </a:rPr>
                <a:t>for </a:t>
              </a:r>
              <a:r>
                <a:rPr lang="ko-KR" altLang="en-US" sz="1600" dirty="0">
                  <a:solidFill>
                    <a:srgbClr val="FF0000"/>
                  </a:solidFill>
                </a:rPr>
                <a:t>문은 객체의 </a:t>
              </a:r>
              <a:r>
                <a:rPr lang="en-US" altLang="ko-KR" sz="1600" dirty="0">
                  <a:solidFill>
                    <a:srgbClr val="FF0000"/>
                  </a:solidFill>
                </a:rPr>
                <a:t>__next__() </a:t>
              </a:r>
              <a:r>
                <a:rPr lang="ko-KR" altLang="en-US" sz="1600" dirty="0">
                  <a:solidFill>
                    <a:srgbClr val="FF0000"/>
                  </a:solidFill>
                </a:rPr>
                <a:t>메소드를 호출하는 일을 한다</a:t>
              </a:r>
              <a:r>
                <a:rPr lang="en-US" altLang="ko-KR" sz="1600" dirty="0">
                  <a:solidFill>
                    <a:srgbClr val="FF0000"/>
                  </a:solidFill>
                </a:rPr>
                <a:t>.</a:t>
              </a:r>
              <a:endParaRPr lang="ko-KR" altLang="en-US" sz="1600" dirty="0">
                <a:solidFill>
                  <a:srgbClr val="FF0000"/>
                </a:solidFill>
              </a:endParaRPr>
            </a:p>
          </p:txBody>
        </p:sp>
        <p:cxnSp>
          <p:nvCxnSpPr>
            <p:cNvPr id="7" name="직선 화살표 연결선 6"/>
            <p:cNvCxnSpPr>
              <a:stCxn id="5" idx="1"/>
            </p:cNvCxnSpPr>
            <p:nvPr/>
          </p:nvCxnSpPr>
          <p:spPr>
            <a:xfrm flipH="1" flipV="1">
              <a:off x="3156068" y="4174478"/>
              <a:ext cx="506752" cy="32212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61739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11.6 </a:t>
            </a:r>
            <a:r>
              <a:rPr lang="ko-KR" altLang="en-US" dirty="0"/>
              <a:t>반복자 클래스의 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7984" y="5591700"/>
            <a:ext cx="17764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</a:rPr>
              <a:t>&lt;</a:t>
            </a:r>
            <a:r>
              <a:rPr lang="ko-KR" altLang="en-US" sz="1600" dirty="0">
                <a:solidFill>
                  <a:srgbClr val="FF0000"/>
                </a:solidFill>
              </a:rPr>
              <a:t>우측에 이어짐</a:t>
            </a:r>
            <a:r>
              <a:rPr lang="en-US" altLang="ko-KR" sz="1600" dirty="0">
                <a:solidFill>
                  <a:srgbClr val="FF0000"/>
                </a:solidFill>
              </a:rPr>
              <a:t>&gt;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6FBB31B-5340-5118-1CDD-32B89F97D7FF}"/>
              </a:ext>
            </a:extLst>
          </p:cNvPr>
          <p:cNvGrpSpPr/>
          <p:nvPr/>
        </p:nvGrpSpPr>
        <p:grpSpPr>
          <a:xfrm>
            <a:off x="1012340" y="1081634"/>
            <a:ext cx="9158149" cy="4395802"/>
            <a:chOff x="564104" y="1296786"/>
            <a:chExt cx="11162229" cy="5357736"/>
          </a:xfrm>
        </p:grpSpPr>
        <p:grpSp>
          <p:nvGrpSpPr>
            <p:cNvPr id="8" name="그룹 7"/>
            <p:cNvGrpSpPr/>
            <p:nvPr/>
          </p:nvGrpSpPr>
          <p:grpSpPr>
            <a:xfrm>
              <a:off x="564104" y="1296786"/>
              <a:ext cx="6389406" cy="5357736"/>
              <a:chOff x="6151418" y="827691"/>
              <a:chExt cx="5328458" cy="4236986"/>
            </a:xfrm>
          </p:grpSpPr>
          <p:pic>
            <p:nvPicPr>
              <p:cNvPr id="6" name="그림 5"/>
              <p:cNvPicPr>
                <a:picLocks noChangeAspect="1"/>
              </p:cNvPicPr>
              <p:nvPr/>
            </p:nvPicPr>
            <p:blipFill rotWithShape="1">
              <a:blip r:embed="rId2"/>
              <a:srcRect l="747" r="1032"/>
              <a:stretch/>
            </p:blipFill>
            <p:spPr>
              <a:xfrm>
                <a:off x="6151418" y="827691"/>
                <a:ext cx="5328458" cy="1216278"/>
              </a:xfrm>
              <a:prstGeom prst="rect">
                <a:avLst/>
              </a:prstGeom>
            </p:spPr>
          </p:pic>
          <p:pic>
            <p:nvPicPr>
              <p:cNvPr id="7" name="그림 6"/>
              <p:cNvPicPr>
                <a:picLocks noChangeAspect="1"/>
              </p:cNvPicPr>
              <p:nvPr/>
            </p:nvPicPr>
            <p:blipFill rotWithShape="1">
              <a:blip r:embed="rId3"/>
              <a:srcRect l="569" r="1472" b="3737"/>
              <a:stretch/>
            </p:blipFill>
            <p:spPr>
              <a:xfrm>
                <a:off x="6151418" y="1756612"/>
                <a:ext cx="5328458" cy="3308065"/>
              </a:xfrm>
              <a:prstGeom prst="rect">
                <a:avLst/>
              </a:prstGeom>
            </p:spPr>
          </p:pic>
        </p:grpSp>
        <p:pic>
          <p:nvPicPr>
            <p:cNvPr id="9" name="그림 8"/>
            <p:cNvPicPr>
              <a:picLocks noChangeAspect="1"/>
            </p:cNvPicPr>
            <p:nvPr/>
          </p:nvPicPr>
          <p:blipFill rotWithShape="1">
            <a:blip r:embed="rId4"/>
            <a:srcRect r="29898"/>
            <a:stretch/>
          </p:blipFill>
          <p:spPr>
            <a:xfrm>
              <a:off x="7165782" y="4362971"/>
              <a:ext cx="4560551" cy="22669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93846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11.6 </a:t>
            </a:r>
            <a:r>
              <a:rPr lang="ko-KR" altLang="en-US" dirty="0"/>
              <a:t>반복자 클래스의 정의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DE7E3DD-3BFD-20DA-6379-3E7CBD126C61}"/>
              </a:ext>
            </a:extLst>
          </p:cNvPr>
          <p:cNvGrpSpPr/>
          <p:nvPr/>
        </p:nvGrpSpPr>
        <p:grpSpPr>
          <a:xfrm>
            <a:off x="984499" y="1195520"/>
            <a:ext cx="9405594" cy="4792986"/>
            <a:chOff x="455582" y="635189"/>
            <a:chExt cx="11279218" cy="5747764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5582" y="635189"/>
              <a:ext cx="6056033" cy="5747764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3"/>
            <a:srcRect r="27427"/>
            <a:stretch/>
          </p:blipFill>
          <p:spPr>
            <a:xfrm>
              <a:off x="6674773" y="5278053"/>
              <a:ext cx="5060027" cy="1104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02423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46A1A441-9D59-B872-426D-16C3BAE6B998}"/>
              </a:ext>
            </a:extLst>
          </p:cNvPr>
          <p:cNvGrpSpPr/>
          <p:nvPr/>
        </p:nvGrpSpPr>
        <p:grpSpPr>
          <a:xfrm>
            <a:off x="904883" y="1039528"/>
            <a:ext cx="10415195" cy="5159157"/>
            <a:chOff x="406519" y="592895"/>
            <a:chExt cx="11389241" cy="5641650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2"/>
            <a:srcRect r="12419"/>
            <a:stretch/>
          </p:blipFill>
          <p:spPr>
            <a:xfrm>
              <a:off x="6790465" y="5044848"/>
              <a:ext cx="5005295" cy="1038225"/>
            </a:xfrm>
            <a:prstGeom prst="rect">
              <a:avLst/>
            </a:prstGeom>
          </p:spPr>
        </p:pic>
        <p:grpSp>
          <p:nvGrpSpPr>
            <p:cNvPr id="7" name="그룹 6"/>
            <p:cNvGrpSpPr/>
            <p:nvPr/>
          </p:nvGrpSpPr>
          <p:grpSpPr>
            <a:xfrm>
              <a:off x="406519" y="592895"/>
              <a:ext cx="6124910" cy="5641650"/>
              <a:chOff x="4961120" y="443564"/>
              <a:chExt cx="6267796" cy="4961813"/>
            </a:xfrm>
          </p:grpSpPr>
          <p:pic>
            <p:nvPicPr>
              <p:cNvPr id="6" name="그림 5"/>
              <p:cNvPicPr>
                <a:picLocks noChangeAspect="1"/>
              </p:cNvPicPr>
              <p:nvPr/>
            </p:nvPicPr>
            <p:blipFill rotWithShape="1">
              <a:blip r:embed="rId3"/>
              <a:srcRect l="1159" r="3515"/>
              <a:stretch/>
            </p:blipFill>
            <p:spPr>
              <a:xfrm>
                <a:off x="4961120" y="443564"/>
                <a:ext cx="6267796" cy="2501265"/>
              </a:xfrm>
              <a:prstGeom prst="rect">
                <a:avLst/>
              </a:prstGeom>
            </p:spPr>
          </p:pic>
          <p:pic>
            <p:nvPicPr>
              <p:cNvPr id="5" name="그림 4"/>
              <p:cNvPicPr>
                <a:picLocks noChangeAspect="1"/>
              </p:cNvPicPr>
              <p:nvPr/>
            </p:nvPicPr>
            <p:blipFill rotWithShape="1">
              <a:blip r:embed="rId4"/>
              <a:srcRect l="870" t="3020"/>
              <a:stretch/>
            </p:blipFill>
            <p:spPr>
              <a:xfrm>
                <a:off x="4961120" y="2627434"/>
                <a:ext cx="6267796" cy="2777943"/>
              </a:xfrm>
              <a:prstGeom prst="rect">
                <a:avLst/>
              </a:prstGeom>
            </p:spPr>
          </p:pic>
        </p:grp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BE9B1089-3BED-99DC-2E75-8A5241A22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11.6 </a:t>
            </a:r>
            <a:r>
              <a:rPr lang="ko-KR" altLang="en-US" dirty="0"/>
              <a:t>반복자 클래스의 정의</a:t>
            </a:r>
          </a:p>
        </p:txBody>
      </p:sp>
    </p:spTree>
    <p:extLst>
      <p:ext uri="{BB962C8B-B14F-4D97-AF65-F5344CB8AC3E}">
        <p14:creationId xmlns:p14="http://schemas.microsoft.com/office/powerpoint/2010/main" val="883041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5F0D780-C0CF-7A67-B3C8-14943699C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11.6 </a:t>
            </a:r>
            <a:r>
              <a:rPr lang="ko-KR" altLang="en-US" dirty="0"/>
              <a:t>반복자 클래스의 정의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182935" y="1128713"/>
            <a:ext cx="9783267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436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412B6CD2-6F2B-4760-9809-F5F6CFDF1311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파이썬의</a:t>
            </a:r>
            <a:r>
              <a:rPr lang="ko-KR" altLang="en-US" dirty="0"/>
              <a:t> 반복가능</a:t>
            </a:r>
            <a:r>
              <a:rPr lang="en-US" altLang="ko-KR" b="1" baseline="30000" dirty="0" err="1">
                <a:solidFill>
                  <a:schemeClr val="accent5"/>
                </a:solidFill>
              </a:rPr>
              <a:t>iterable</a:t>
            </a:r>
            <a:r>
              <a:rPr lang="ko-KR" altLang="en-US" dirty="0"/>
              <a:t> 객체는 다양한 내장함수들을 적용할 수 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앞서 살펴봤던 </a:t>
            </a:r>
            <a:r>
              <a:rPr lang="en-US" altLang="ko-KR" dirty="0"/>
              <a:t>min()</a:t>
            </a:r>
            <a:r>
              <a:rPr lang="ko-KR" altLang="en-US" dirty="0"/>
              <a:t>이나 </a:t>
            </a:r>
            <a:r>
              <a:rPr lang="en-US" altLang="ko-KR" dirty="0"/>
              <a:t>max()</a:t>
            </a:r>
            <a:r>
              <a:rPr lang="ko-KR" altLang="en-US" dirty="0"/>
              <a:t>와 같은 함수는 반복가능 객체를 인자로 받아서 최솟값과 최댓값을 반환하는데 이들 외에도 </a:t>
            </a:r>
            <a:r>
              <a:rPr lang="en-US" altLang="ko-KR" dirty="0"/>
              <a:t>all(), any(), ascii(), bool(), filter(), </a:t>
            </a:r>
            <a:r>
              <a:rPr lang="en-US" altLang="ko-KR" dirty="0" err="1"/>
              <a:t>iter</a:t>
            </a:r>
            <a:r>
              <a:rPr lang="en-US" altLang="ko-KR" dirty="0"/>
              <a:t>()</a:t>
            </a:r>
            <a:r>
              <a:rPr lang="ko-KR" altLang="en-US" dirty="0"/>
              <a:t>와 같은 고급 내장함수도 제공되고 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11.7 </a:t>
            </a:r>
            <a:r>
              <a:rPr lang="ko-KR" altLang="en-US" dirty="0"/>
              <a:t>반복 가능 객체를 위한 내장함수</a:t>
            </a:r>
          </a:p>
        </p:txBody>
      </p:sp>
    </p:spTree>
    <p:extLst>
      <p:ext uri="{BB962C8B-B14F-4D97-AF65-F5344CB8AC3E}">
        <p14:creationId xmlns:p14="http://schemas.microsoft.com/office/powerpoint/2010/main" val="1447794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441" y="1720709"/>
            <a:ext cx="9087210" cy="3951671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793E08B-02AA-4EC5-8AB6-30BDDD810BA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all() </a:t>
            </a:r>
            <a:r>
              <a:rPr lang="ko-KR" altLang="en-US" dirty="0"/>
              <a:t>함수는 반복 가능한 항목들이 모두 참일 때 참을 반환한다</a:t>
            </a:r>
            <a:r>
              <a:rPr lang="en-US" altLang="ko-KR" dirty="0"/>
              <a:t>. 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0BB92D4-9FB2-54C9-3291-023ECA128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11.7 </a:t>
            </a:r>
            <a:r>
              <a:rPr lang="ko-KR" altLang="en-US" dirty="0"/>
              <a:t>반복 가능 객체를 위한 내장함수</a:t>
            </a:r>
          </a:p>
        </p:txBody>
      </p:sp>
    </p:spTree>
    <p:extLst>
      <p:ext uri="{BB962C8B-B14F-4D97-AF65-F5344CB8AC3E}">
        <p14:creationId xmlns:p14="http://schemas.microsoft.com/office/powerpoint/2010/main" val="3394773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1383590" y="1872823"/>
            <a:ext cx="8500395" cy="2777428"/>
            <a:chOff x="2743200" y="2651808"/>
            <a:chExt cx="10515600" cy="3366122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2"/>
            <a:srcRect l="472" r="603"/>
            <a:stretch/>
          </p:blipFill>
          <p:spPr>
            <a:xfrm>
              <a:off x="2743200" y="2651808"/>
              <a:ext cx="10515600" cy="1933575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3"/>
            <a:srcRect l="451" t="17318" r="369"/>
            <a:stretch/>
          </p:blipFill>
          <p:spPr>
            <a:xfrm>
              <a:off x="2743200" y="4326043"/>
              <a:ext cx="10515600" cy="1691887"/>
            </a:xfrm>
            <a:prstGeom prst="rect">
              <a:avLst/>
            </a:prstGeom>
          </p:spPr>
        </p:pic>
      </p:grp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793E08B-02AA-4EC5-8AB6-30BDDD810BA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any()</a:t>
            </a:r>
            <a:r>
              <a:rPr lang="ko-KR" altLang="en-US" dirty="0"/>
              <a:t>는 임의의 반복 가능한 항목 중에서 참이 하나라도 있을 경우 참을 반환한다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3FBA16A-EA61-71F9-F9E7-CAECCEA56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11.7 </a:t>
            </a:r>
            <a:r>
              <a:rPr lang="ko-KR" altLang="en-US" dirty="0"/>
              <a:t>반복 가능 객체를 위한 내장함수</a:t>
            </a:r>
          </a:p>
        </p:txBody>
      </p:sp>
    </p:spTree>
    <p:extLst>
      <p:ext uri="{BB962C8B-B14F-4D97-AF65-F5344CB8AC3E}">
        <p14:creationId xmlns:p14="http://schemas.microsoft.com/office/powerpoint/2010/main" val="604280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793E08B-02AA-4EC5-8AB6-30BDDD810BA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 </a:t>
            </a:r>
            <a:r>
              <a:rPr lang="en-US" altLang="ko-KR" dirty="0"/>
              <a:t>bool()</a:t>
            </a:r>
            <a:r>
              <a:rPr lang="ko-KR" altLang="en-US" dirty="0"/>
              <a:t>은 값</a:t>
            </a:r>
            <a:r>
              <a:rPr lang="en-US" altLang="ko-KR" dirty="0"/>
              <a:t>(</a:t>
            </a:r>
            <a:r>
              <a:rPr lang="ko-KR" altLang="en-US" dirty="0"/>
              <a:t>리스트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ko-KR" altLang="en-US" dirty="0" err="1"/>
              <a:t>부울</a:t>
            </a:r>
            <a:r>
              <a:rPr lang="ko-KR" altLang="en-US" dirty="0"/>
              <a:t> 값으로 변환한다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</a:t>
            </a:r>
            <a:r>
              <a:rPr lang="ko-KR" altLang="en-US" dirty="0"/>
              <a:t> 리스트의 항목 유무를 </a:t>
            </a:r>
            <a:r>
              <a:rPr lang="en-US" altLang="ko-KR" dirty="0"/>
              <a:t>True</a:t>
            </a:r>
            <a:r>
              <a:rPr lang="ko-KR" altLang="en-US" dirty="0"/>
              <a:t>와 </a:t>
            </a:r>
            <a:r>
              <a:rPr lang="en-US" altLang="ko-KR" dirty="0"/>
              <a:t>False</a:t>
            </a:r>
            <a:r>
              <a:rPr lang="ko-KR" altLang="en-US" dirty="0"/>
              <a:t>로 알려준다</a:t>
            </a: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25AC5C5-C737-1A1F-47F1-462A162CA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11.7 </a:t>
            </a:r>
            <a:r>
              <a:rPr lang="ko-KR" altLang="en-US" dirty="0"/>
              <a:t>반복 가능 객체를 위한 내장함수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0604A4D-A824-4DE5-BBFA-F4B4957955AC}"/>
              </a:ext>
            </a:extLst>
          </p:cNvPr>
          <p:cNvGrpSpPr/>
          <p:nvPr/>
        </p:nvGrpSpPr>
        <p:grpSpPr>
          <a:xfrm>
            <a:off x="1661638" y="1958869"/>
            <a:ext cx="9554000" cy="4178807"/>
            <a:chOff x="1195474" y="2227811"/>
            <a:chExt cx="9554000" cy="4178807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5474" y="2227811"/>
              <a:ext cx="9554000" cy="4178807"/>
            </a:xfrm>
            <a:prstGeom prst="rect">
              <a:avLst/>
            </a:prstGeom>
          </p:spPr>
        </p:pic>
        <p:sp>
          <p:nvSpPr>
            <p:cNvPr id="2" name="직사각형 1"/>
            <p:cNvSpPr/>
            <p:nvPr/>
          </p:nvSpPr>
          <p:spPr>
            <a:xfrm>
              <a:off x="4663440" y="2377440"/>
              <a:ext cx="598516" cy="382385"/>
            </a:xfrm>
            <a:prstGeom prst="rect">
              <a:avLst/>
            </a:prstGeom>
            <a:solidFill>
              <a:srgbClr val="CDC6E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601094" y="2377440"/>
              <a:ext cx="7232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/>
                <a:t>bool()</a:t>
              </a:r>
              <a:endParaRPr lang="ko-KR" altLang="en-US" sz="1600" b="1"/>
            </a:p>
          </p:txBody>
        </p:sp>
      </p:grpSp>
    </p:spTree>
    <p:extLst>
      <p:ext uri="{BB962C8B-B14F-4D97-AF65-F5344CB8AC3E}">
        <p14:creationId xmlns:p14="http://schemas.microsoft.com/office/powerpoint/2010/main" val="156513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01B49-C397-10EA-F704-20576C10E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11.7 </a:t>
            </a:r>
            <a:r>
              <a:rPr lang="ko-KR" altLang="en-US" dirty="0"/>
              <a:t>반복 가능 객체를 위한 내장함수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379528"/>
            <a:ext cx="10015538" cy="206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570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412B6CD2-6F2B-4760-9809-F5F6CFDF1311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파이썬은</a:t>
            </a:r>
            <a:r>
              <a:rPr lang="ko-KR" altLang="en-US" dirty="0"/>
              <a:t> 반복자 말고도 </a:t>
            </a:r>
            <a:r>
              <a:rPr lang="ko-KR" altLang="en-US" b="1" dirty="0" err="1">
                <a:solidFill>
                  <a:schemeClr val="accent5"/>
                </a:solidFill>
              </a:rPr>
              <a:t>제너레이터</a:t>
            </a:r>
            <a:r>
              <a:rPr lang="en-US" altLang="ko-KR" b="1" baseline="30000" dirty="0">
                <a:solidFill>
                  <a:schemeClr val="accent5"/>
                </a:solidFill>
              </a:rPr>
              <a:t>generator</a:t>
            </a:r>
            <a:r>
              <a:rPr lang="ko-KR" altLang="en-US" dirty="0"/>
              <a:t>라는 객체를 제공하는데 이 객체는 모든 값을 메모리에 올려두고 이용하는 것이 아니라 필요할 때마다 생성해서 반환하는 일을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메모리를 효율적으로 활용할 수 있다는 장점이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11.8</a:t>
            </a:r>
            <a:r>
              <a:rPr lang="ko-KR" altLang="en-US" dirty="0"/>
              <a:t> </a:t>
            </a:r>
            <a:r>
              <a:rPr lang="ko-KR" altLang="en-US" dirty="0" err="1"/>
              <a:t>제너레이터와</a:t>
            </a:r>
            <a:r>
              <a:rPr lang="ko-KR" altLang="en-US" dirty="0"/>
              <a:t> </a:t>
            </a:r>
            <a:r>
              <a:rPr lang="en-US" altLang="ko-KR" dirty="0"/>
              <a:t>yield </a:t>
            </a:r>
            <a:r>
              <a:rPr lang="ko-KR" altLang="en-US" dirty="0"/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1535232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1793286" y="2039502"/>
            <a:ext cx="8605428" cy="4006734"/>
            <a:chOff x="-4360139" y="437227"/>
            <a:chExt cx="10507287" cy="4638766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2"/>
            <a:srcRect l="703" r="1066"/>
            <a:stretch/>
          </p:blipFill>
          <p:spPr>
            <a:xfrm>
              <a:off x="-4360139" y="437227"/>
              <a:ext cx="10507287" cy="2038350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 rotWithShape="1">
            <a:blip r:embed="rId3"/>
            <a:srcRect l="449" t="5186" r="891"/>
            <a:stretch/>
          </p:blipFill>
          <p:spPr>
            <a:xfrm>
              <a:off x="-4360139" y="2080082"/>
              <a:ext cx="10507287" cy="2995911"/>
            </a:xfrm>
            <a:prstGeom prst="rect">
              <a:avLst/>
            </a:prstGeom>
          </p:spPr>
        </p:pic>
      </p:grp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B3912F0-6A07-4CBA-8D57-D16F152597BB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반복자와 다른 점은 여기에서 생성된 </a:t>
            </a:r>
            <a:r>
              <a:rPr lang="en-US" altLang="ko-KR" dirty="0"/>
              <a:t>1, 2, 3</a:t>
            </a:r>
            <a:r>
              <a:rPr lang="ko-KR" altLang="en-US" dirty="0"/>
              <a:t>을 미리 메모리에 만들어 두는 것이 아니라 </a:t>
            </a:r>
            <a:r>
              <a:rPr lang="en-US" altLang="ko-KR" dirty="0"/>
              <a:t>for </a:t>
            </a:r>
            <a:r>
              <a:rPr lang="ko-KR" altLang="en-US" dirty="0"/>
              <a:t>문에서 필요로 할 때마다 반환해 주고 메모리에서 보관하지 않는다는 점이다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B0B467B-0AC5-3A60-2707-6249546C8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11.8</a:t>
            </a:r>
            <a:r>
              <a:rPr lang="ko-KR" altLang="en-US" dirty="0"/>
              <a:t> </a:t>
            </a:r>
            <a:r>
              <a:rPr lang="ko-KR" altLang="en-US" dirty="0" err="1"/>
              <a:t>제너레이터와</a:t>
            </a:r>
            <a:r>
              <a:rPr lang="ko-KR" altLang="en-US" dirty="0"/>
              <a:t> </a:t>
            </a:r>
            <a:r>
              <a:rPr lang="en-US" altLang="ko-KR" dirty="0"/>
              <a:t>yield </a:t>
            </a:r>
            <a:r>
              <a:rPr lang="ko-KR" altLang="en-US" dirty="0"/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3543652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r="11256"/>
          <a:stretch/>
        </p:blipFill>
        <p:spPr>
          <a:xfrm>
            <a:off x="6078012" y="1297325"/>
            <a:ext cx="5594443" cy="252703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r="18329"/>
          <a:stretch/>
        </p:blipFill>
        <p:spPr>
          <a:xfrm>
            <a:off x="519545" y="1265949"/>
            <a:ext cx="5124797" cy="40535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18190" y="4114800"/>
            <a:ext cx="369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결과 동일</a:t>
            </a: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92BF2608-CF59-1E0E-F6B4-DFF1A0B80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11.8</a:t>
            </a:r>
            <a:r>
              <a:rPr lang="ko-KR" altLang="en-US" dirty="0"/>
              <a:t> </a:t>
            </a:r>
            <a:r>
              <a:rPr lang="ko-KR" altLang="en-US" dirty="0" err="1"/>
              <a:t>제너레이터와</a:t>
            </a:r>
            <a:r>
              <a:rPr lang="ko-KR" altLang="en-US" dirty="0"/>
              <a:t> </a:t>
            </a:r>
            <a:r>
              <a:rPr lang="en-US" altLang="ko-KR" dirty="0"/>
              <a:t>yield </a:t>
            </a:r>
            <a:r>
              <a:rPr lang="ko-KR" altLang="en-US" dirty="0"/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1671800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043B4AD-5443-964F-6EE6-42014FB2C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11.8</a:t>
            </a:r>
            <a:r>
              <a:rPr lang="ko-KR" altLang="en-US" dirty="0"/>
              <a:t> </a:t>
            </a:r>
            <a:r>
              <a:rPr lang="ko-KR" altLang="en-US" dirty="0" err="1"/>
              <a:t>제너레이터와</a:t>
            </a:r>
            <a:r>
              <a:rPr lang="ko-KR" altLang="en-US" dirty="0"/>
              <a:t> </a:t>
            </a:r>
            <a:r>
              <a:rPr lang="en-US" altLang="ko-KR" dirty="0"/>
              <a:t>yield </a:t>
            </a:r>
            <a:r>
              <a:rPr lang="ko-KR" altLang="en-US" dirty="0"/>
              <a:t>문</a:t>
            </a:r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498924"/>
            <a:ext cx="10015538" cy="417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587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86" y="1452283"/>
            <a:ext cx="8251340" cy="2333034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내용 개체 틀 2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pPr fontAlgn="base"/>
            <a:endParaRPr lang="en-US" altLang="ko-KR" dirty="0"/>
          </a:p>
          <a:p>
            <a:pPr fontAlgn="base"/>
            <a:endParaRPr lang="en-US" altLang="ko-KR" dirty="0"/>
          </a:p>
          <a:p>
            <a:pPr fontAlgn="base"/>
            <a:endParaRPr lang="en-US" altLang="ko-KR" dirty="0"/>
          </a:p>
          <a:p>
            <a:pPr fontAlgn="base"/>
            <a:endParaRPr lang="en-US" altLang="ko-KR" dirty="0"/>
          </a:p>
          <a:p>
            <a:pPr fontAlgn="base"/>
            <a:endParaRPr lang="en-US" altLang="ko-KR" dirty="0"/>
          </a:p>
          <a:p>
            <a:pPr fontAlgn="base"/>
            <a:endParaRPr lang="en-US" altLang="ko-KR" dirty="0"/>
          </a:p>
          <a:p>
            <a:pPr fontAlgn="base"/>
            <a:endParaRPr lang="en-US" altLang="ko-KR" dirty="0"/>
          </a:p>
          <a:p>
            <a:pPr fontAlgn="base"/>
            <a:r>
              <a:rPr lang="ko-KR" altLang="en-US" dirty="0" err="1"/>
              <a:t>변수명이란</a:t>
            </a:r>
            <a:r>
              <a:rPr lang="ko-KR" altLang="en-US" dirty="0"/>
              <a:t> 객체에 대한 </a:t>
            </a:r>
            <a:r>
              <a:rPr lang="ko-KR" altLang="en-US" dirty="0" err="1"/>
              <a:t>참조명</a:t>
            </a:r>
            <a:endParaRPr lang="en-US" altLang="ko-KR" dirty="0"/>
          </a:p>
          <a:p>
            <a:pPr fontAlgn="base"/>
            <a:r>
              <a:rPr lang="en-US" altLang="ko-KR" dirty="0"/>
              <a:t>100</a:t>
            </a:r>
            <a:r>
              <a:rPr lang="ko-KR" altLang="en-US" dirty="0"/>
              <a:t>이라는 객체를 </a:t>
            </a:r>
            <a:r>
              <a:rPr lang="en-US" altLang="ko-KR" dirty="0"/>
              <a:t>n</a:t>
            </a:r>
            <a:r>
              <a:rPr lang="ko-KR" altLang="en-US" dirty="0"/>
              <a:t>이라는 이름의 변수를 통해서 접근</a:t>
            </a:r>
            <a:endParaRPr lang="en-US" altLang="ko-KR" dirty="0"/>
          </a:p>
          <a:p>
            <a:pPr fontAlgn="base"/>
            <a:r>
              <a:rPr lang="ko-KR" altLang="en-US" dirty="0"/>
              <a:t>각 객체의 </a:t>
            </a:r>
            <a:r>
              <a:rPr lang="ko-KR" altLang="en-US" b="1" dirty="0"/>
              <a:t>아이디</a:t>
            </a:r>
            <a:r>
              <a:rPr lang="en-US" altLang="ko-KR" b="1" baseline="30000" dirty="0">
                <a:solidFill>
                  <a:schemeClr val="accent5"/>
                </a:solidFill>
              </a:rPr>
              <a:t>id</a:t>
            </a:r>
            <a:r>
              <a:rPr lang="ko-KR" altLang="en-US" dirty="0"/>
              <a:t>를 출력해 보기</a:t>
            </a:r>
            <a:endParaRPr lang="en-US" altLang="ko-KR" dirty="0"/>
          </a:p>
        </p:txBody>
      </p:sp>
      <p:sp>
        <p:nvSpPr>
          <p:cNvPr id="3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11.9 </a:t>
            </a:r>
            <a:r>
              <a:rPr lang="ko-KR" altLang="en-US" dirty="0"/>
              <a:t>객체와 참조</a:t>
            </a:r>
            <a:r>
              <a:rPr lang="en-US" altLang="ko-KR" dirty="0"/>
              <a:t>, </a:t>
            </a:r>
            <a:r>
              <a:rPr lang="ko-KR" altLang="en-US" dirty="0"/>
              <a:t>할당연산의 의미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605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756" y="2973061"/>
            <a:ext cx="7081059" cy="2381811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100</a:t>
            </a:r>
            <a:r>
              <a:rPr lang="ko-KR" altLang="en-US" dirty="0"/>
              <a:t>이라는 값을 가지는 객체가 있을 때 이 객체에 대한 참조변수 </a:t>
            </a:r>
            <a:r>
              <a:rPr lang="en-US" altLang="ko-KR" dirty="0"/>
              <a:t>n</a:t>
            </a:r>
            <a:r>
              <a:rPr lang="ko-KR" altLang="en-US" dirty="0"/>
              <a:t>이 동일한 객체 </a:t>
            </a:r>
            <a:r>
              <a:rPr lang="en-US" altLang="ko-KR" dirty="0"/>
              <a:t>100</a:t>
            </a:r>
            <a:r>
              <a:rPr lang="ko-KR" altLang="en-US" dirty="0"/>
              <a:t>을 참조</a:t>
            </a:r>
          </a:p>
          <a:p>
            <a:r>
              <a:rPr lang="ko-KR" altLang="en-US" dirty="0"/>
              <a:t>변수 </a:t>
            </a:r>
            <a:r>
              <a:rPr lang="en-US" altLang="ko-KR" dirty="0"/>
              <a:t>n</a:t>
            </a:r>
            <a:r>
              <a:rPr lang="ko-KR" altLang="en-US" dirty="0"/>
              <a:t>을 통해 객체 </a:t>
            </a:r>
            <a:r>
              <a:rPr lang="en-US" altLang="ko-KR" dirty="0"/>
              <a:t>100</a:t>
            </a:r>
            <a:r>
              <a:rPr lang="ko-KR" altLang="en-US" dirty="0"/>
              <a:t>에 접근하는 것이 가능</a:t>
            </a:r>
          </a:p>
          <a:p>
            <a:r>
              <a:rPr lang="ko-KR" altLang="en-US" dirty="0"/>
              <a:t>다른 변수 </a:t>
            </a:r>
            <a:r>
              <a:rPr lang="en-US" altLang="ko-KR" dirty="0"/>
              <a:t>m</a:t>
            </a:r>
            <a:r>
              <a:rPr lang="ko-KR" altLang="en-US" dirty="0"/>
              <a:t>을 할당 연산자를 사용하여 </a:t>
            </a:r>
            <a:r>
              <a:rPr lang="en-US" altLang="ko-KR" dirty="0"/>
              <a:t>100</a:t>
            </a:r>
            <a:r>
              <a:rPr lang="ko-KR" altLang="en-US" dirty="0"/>
              <a:t>이라는 값을 가지는 객체에 접근시킬 수 있음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D26B898-08E1-670C-3408-12E0E51F8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11.9 </a:t>
            </a:r>
            <a:r>
              <a:rPr lang="ko-KR" altLang="en-US" dirty="0"/>
              <a:t>객체와 참조</a:t>
            </a:r>
            <a:r>
              <a:rPr lang="en-US" altLang="ko-KR" dirty="0"/>
              <a:t>, </a:t>
            </a:r>
            <a:r>
              <a:rPr lang="ko-KR" altLang="en-US" dirty="0"/>
              <a:t>할당연산의 의미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3958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915" y="4109326"/>
            <a:ext cx="5314061" cy="190435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915" y="2002126"/>
            <a:ext cx="6210532" cy="1997441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할당 연산자 </a:t>
            </a:r>
            <a:r>
              <a:rPr lang="en-US" altLang="ko-KR" dirty="0"/>
              <a:t>=</a:t>
            </a:r>
            <a:r>
              <a:rPr lang="ko-KR" altLang="en-US" dirty="0"/>
              <a:t>는 객체에 대한 참조와 </a:t>
            </a:r>
            <a:r>
              <a:rPr lang="ko-KR" altLang="en-US" dirty="0" err="1"/>
              <a:t>재참조를</a:t>
            </a:r>
            <a:r>
              <a:rPr lang="ko-KR" altLang="en-US" dirty="0"/>
              <a:t> 수행</a:t>
            </a:r>
            <a:endParaRPr lang="en-US" altLang="ko-KR" dirty="0"/>
          </a:p>
          <a:p>
            <a:r>
              <a:rPr lang="ko-KR" altLang="en-US" dirty="0"/>
              <a:t>두 변수가 동일한 객체를 참조하는 관계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7E28963-0C69-1DF3-8AA9-4887AF92B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11.9 </a:t>
            </a:r>
            <a:r>
              <a:rPr lang="ko-KR" altLang="en-US" dirty="0"/>
              <a:t>객체와 참조</a:t>
            </a:r>
            <a:r>
              <a:rPr lang="en-US" altLang="ko-KR" dirty="0"/>
              <a:t>, </a:t>
            </a:r>
            <a:r>
              <a:rPr lang="ko-KR" altLang="en-US" dirty="0"/>
              <a:t>할당연산의 의미</a:t>
            </a:r>
          </a:p>
        </p:txBody>
      </p:sp>
    </p:spTree>
    <p:extLst>
      <p:ext uri="{BB962C8B-B14F-4D97-AF65-F5344CB8AC3E}">
        <p14:creationId xmlns:p14="http://schemas.microsoft.com/office/powerpoint/2010/main" val="1197481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E2BF2E6-9B1E-E255-A7E7-2F96B21D7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11.9 </a:t>
            </a:r>
            <a:r>
              <a:rPr lang="ko-KR" altLang="en-US" dirty="0"/>
              <a:t>객체와 참조</a:t>
            </a:r>
            <a:r>
              <a:rPr lang="en-US" altLang="ko-KR" dirty="0"/>
              <a:t>, </a:t>
            </a:r>
            <a:r>
              <a:rPr lang="ko-KR" altLang="en-US" dirty="0"/>
              <a:t>할당연산의 의미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521765"/>
            <a:ext cx="10015538" cy="413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555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86" y="2959218"/>
            <a:ext cx="7376818" cy="2633630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객체를 참조하는 변수 </a:t>
            </a:r>
            <a:r>
              <a:rPr lang="en-US" altLang="ko-KR" dirty="0"/>
              <a:t>n</a:t>
            </a:r>
            <a:r>
              <a:rPr lang="ko-KR" altLang="en-US" dirty="0"/>
              <a:t>과 </a:t>
            </a:r>
            <a:r>
              <a:rPr lang="en-US" altLang="ko-KR" dirty="0"/>
              <a:t>m</a:t>
            </a:r>
            <a:r>
              <a:rPr lang="ko-KR" altLang="en-US" dirty="0"/>
              <a:t>은 새로운 객체를 참조할 수도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최초상태의 </a:t>
            </a:r>
            <a:r>
              <a:rPr lang="en-US" altLang="ko-KR" dirty="0"/>
              <a:t>n</a:t>
            </a:r>
            <a:r>
              <a:rPr lang="ko-KR" altLang="en-US" dirty="0"/>
              <a:t>은 </a:t>
            </a:r>
            <a:r>
              <a:rPr lang="en-US" altLang="ko-KR" dirty="0"/>
              <a:t>100</a:t>
            </a:r>
            <a:r>
              <a:rPr lang="ko-KR" altLang="en-US" dirty="0"/>
              <a:t>을 참조하고 있으며</a:t>
            </a:r>
            <a:r>
              <a:rPr lang="en-US" altLang="ko-KR" dirty="0"/>
              <a:t>, m = n</a:t>
            </a:r>
            <a:r>
              <a:rPr lang="ko-KR" altLang="en-US" dirty="0"/>
              <a:t>을 통해 </a:t>
            </a:r>
            <a:r>
              <a:rPr lang="en-US" altLang="ko-KR" dirty="0"/>
              <a:t>m</a:t>
            </a:r>
            <a:r>
              <a:rPr lang="ko-KR" altLang="en-US" dirty="0"/>
              <a:t>도 역시 동일한 객체를 참조하고 있음</a:t>
            </a:r>
            <a:endParaRPr lang="en-US" altLang="ko-KR" dirty="0"/>
          </a:p>
          <a:p>
            <a:r>
              <a:rPr lang="en-US" altLang="ko-KR" dirty="0"/>
              <a:t>n = 200</a:t>
            </a:r>
            <a:r>
              <a:rPr lang="ko-KR" altLang="en-US" dirty="0"/>
              <a:t>을 통해 </a:t>
            </a:r>
            <a:r>
              <a:rPr lang="en-US" altLang="ko-KR" dirty="0"/>
              <a:t>m</a:t>
            </a:r>
            <a:r>
              <a:rPr lang="ko-KR" altLang="en-US" dirty="0"/>
              <a:t>과 </a:t>
            </a:r>
            <a:r>
              <a:rPr lang="en-US" altLang="ko-KR" dirty="0"/>
              <a:t>n</a:t>
            </a:r>
            <a:r>
              <a:rPr lang="ko-KR" altLang="en-US" dirty="0"/>
              <a:t>이 다른 객체를 참조함</a:t>
            </a:r>
          </a:p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538D5FD-E5A6-6CFE-841E-3B778B51A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11.9 </a:t>
            </a:r>
            <a:r>
              <a:rPr lang="ko-KR" altLang="en-US" dirty="0"/>
              <a:t>객체와 참조</a:t>
            </a:r>
            <a:r>
              <a:rPr lang="en-US" altLang="ko-KR" dirty="0"/>
              <a:t>, </a:t>
            </a:r>
            <a:r>
              <a:rPr lang="ko-KR" altLang="en-US" dirty="0"/>
              <a:t>할당연산의 의미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760" y="3674992"/>
            <a:ext cx="7453656" cy="225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748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738" y="2622963"/>
            <a:ext cx="8161044" cy="2644237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n = n + 1의 </a:t>
            </a:r>
            <a:r>
              <a:rPr lang="en-US" altLang="ko-KR" dirty="0" err="1"/>
              <a:t>연산자</a:t>
            </a:r>
            <a:r>
              <a:rPr lang="ko-KR" altLang="en-US" dirty="0"/>
              <a:t>의 연산과 객체 할당 방법</a:t>
            </a:r>
            <a:endParaRPr lang="en-US" altLang="ko-KR" dirty="0"/>
          </a:p>
          <a:p>
            <a:r>
              <a:rPr lang="en-US" altLang="ko-KR" dirty="0"/>
              <a:t>n = n + 1</a:t>
            </a:r>
            <a:r>
              <a:rPr lang="ko-KR" altLang="en-US" dirty="0"/>
              <a:t>을 통해 새롭게 할당된 </a:t>
            </a:r>
            <a:r>
              <a:rPr lang="en-US" altLang="ko-KR" dirty="0"/>
              <a:t>n</a:t>
            </a:r>
            <a:r>
              <a:rPr lang="ko-KR" altLang="en-US" dirty="0"/>
              <a:t>과 이전의 </a:t>
            </a:r>
            <a:r>
              <a:rPr lang="en-US" altLang="ko-KR" dirty="0"/>
              <a:t>n</a:t>
            </a:r>
            <a:r>
              <a:rPr lang="ko-KR" altLang="en-US" dirty="0"/>
              <a:t>은 서로 다른 객체를 참조한다는 것을 확인함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25F3510-644C-B0EA-EBC5-754990044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11.9 </a:t>
            </a:r>
            <a:r>
              <a:rPr lang="ko-KR" altLang="en-US" dirty="0"/>
              <a:t>객체와 참조</a:t>
            </a:r>
            <a:r>
              <a:rPr lang="en-US" altLang="ko-KR" dirty="0"/>
              <a:t>, </a:t>
            </a:r>
            <a:r>
              <a:rPr lang="ko-KR" altLang="en-US" dirty="0"/>
              <a:t>할당연산의 의미</a:t>
            </a:r>
          </a:p>
        </p:txBody>
      </p:sp>
    </p:spTree>
    <p:extLst>
      <p:ext uri="{BB962C8B-B14F-4D97-AF65-F5344CB8AC3E}">
        <p14:creationId xmlns:p14="http://schemas.microsoft.com/office/powerpoint/2010/main" val="1208399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내용 개체 틀 2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n이</a:t>
            </a:r>
            <a:r>
              <a:rPr lang="en-US" altLang="ko-KR" dirty="0"/>
              <a:t> </a:t>
            </a:r>
            <a:r>
              <a:rPr lang="en-US" altLang="ko-KR" dirty="0" err="1"/>
              <a:t>참조하고</a:t>
            </a:r>
            <a:r>
              <a:rPr lang="en-US" altLang="ko-KR" dirty="0"/>
              <a:t> </a:t>
            </a:r>
            <a:r>
              <a:rPr lang="en-US" altLang="ko-KR" dirty="0" err="1"/>
              <a:t>있는</a:t>
            </a:r>
            <a:r>
              <a:rPr lang="en-US" altLang="ko-KR" dirty="0"/>
              <a:t> </a:t>
            </a:r>
            <a:r>
              <a:rPr lang="en-US" altLang="ko-KR" dirty="0" err="1"/>
              <a:t>정수형</a:t>
            </a:r>
            <a:r>
              <a:rPr lang="en-US" altLang="ko-KR" dirty="0"/>
              <a:t> </a:t>
            </a:r>
            <a:r>
              <a:rPr lang="en-US" altLang="ko-KR" dirty="0" err="1"/>
              <a:t>객체가</a:t>
            </a:r>
            <a:r>
              <a:rPr lang="en-US" altLang="ko-KR" dirty="0"/>
              <a:t> </a:t>
            </a:r>
            <a:r>
              <a:rPr lang="en-US" altLang="ko-KR" b="1" dirty="0" err="1"/>
              <a:t>변경</a:t>
            </a:r>
            <a:r>
              <a:rPr lang="en-US" altLang="ko-KR" b="1" dirty="0"/>
              <a:t> </a:t>
            </a:r>
            <a:r>
              <a:rPr lang="en-US" altLang="ko-KR" b="1" dirty="0" err="1"/>
              <a:t>불가능</a:t>
            </a:r>
            <a:r>
              <a:rPr lang="en-US" altLang="ko-KR" b="1" baseline="30000" dirty="0" err="1">
                <a:solidFill>
                  <a:schemeClr val="accent5"/>
                </a:solidFill>
              </a:rPr>
              <a:t>immutable</a:t>
            </a:r>
            <a:r>
              <a:rPr lang="en-US" altLang="ko-KR" dirty="0"/>
              <a:t> </a:t>
            </a:r>
            <a:r>
              <a:rPr lang="en-US" altLang="ko-KR" dirty="0" err="1"/>
              <a:t>속성으로</a:t>
            </a:r>
            <a:r>
              <a:rPr lang="en-US" altLang="ko-KR" dirty="0"/>
              <a:t> </a:t>
            </a:r>
            <a:r>
              <a:rPr lang="en-US" altLang="ko-KR" dirty="0" err="1"/>
              <a:t>정의되어</a:t>
            </a:r>
            <a:r>
              <a:rPr lang="en-US" altLang="ko-KR" dirty="0"/>
              <a:t> 있</a:t>
            </a:r>
            <a:r>
              <a:rPr lang="ko-KR" altLang="en-US" dirty="0"/>
              <a:t>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더 이상 이 객체를 참조하는 변수가 존재하지 않으므로 메모리 낭비를 초래</a:t>
            </a:r>
          </a:p>
          <a:p>
            <a:r>
              <a:rPr lang="ko-KR" altLang="en-US" dirty="0"/>
              <a:t>메모리상에 존재하는 객체 중에서 참조가 사라져서 더 이상 참조할 방법이 없는 객체를 </a:t>
            </a:r>
            <a:r>
              <a:rPr lang="ko-KR" altLang="en-US" b="1" dirty="0" err="1"/>
              <a:t>가비지</a:t>
            </a:r>
            <a:r>
              <a:rPr lang="en-US" altLang="ko-KR" b="1" baseline="30000" dirty="0">
                <a:solidFill>
                  <a:schemeClr val="accent5"/>
                </a:solidFill>
              </a:rPr>
              <a:t>garbage</a:t>
            </a:r>
            <a:r>
              <a:rPr lang="ko-KR" altLang="en-US" dirty="0"/>
              <a:t> 라고 부르며 </a:t>
            </a:r>
          </a:p>
          <a:p>
            <a:r>
              <a:rPr lang="ko-KR" altLang="en-US" dirty="0"/>
              <a:t>주기적으로 정리하는 메모리 관리 절차를 </a:t>
            </a:r>
            <a:r>
              <a:rPr lang="ko-KR" altLang="en-US" b="1" dirty="0" err="1"/>
              <a:t>가비지</a:t>
            </a:r>
            <a:r>
              <a:rPr lang="ko-KR" altLang="en-US" b="1" dirty="0"/>
              <a:t> 수집</a:t>
            </a:r>
            <a:r>
              <a:rPr lang="en-US" altLang="ko-KR" b="1" baseline="30000" dirty="0">
                <a:solidFill>
                  <a:schemeClr val="accent5"/>
                </a:solidFill>
              </a:rPr>
              <a:t>garbage collection</a:t>
            </a:r>
            <a:r>
              <a:rPr lang="ko-KR" altLang="en-US" dirty="0"/>
              <a:t>이라고 한다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BFE48DC-268F-BB0A-28DD-844F3B139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11.9 </a:t>
            </a:r>
            <a:r>
              <a:rPr lang="ko-KR" altLang="en-US" dirty="0"/>
              <a:t>객체와 참조</a:t>
            </a:r>
            <a:r>
              <a:rPr lang="en-US" altLang="ko-KR" dirty="0"/>
              <a:t>, </a:t>
            </a:r>
            <a:r>
              <a:rPr lang="ko-KR" altLang="en-US" dirty="0"/>
              <a:t>할당연산의 의미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364" y="1640866"/>
            <a:ext cx="6791365" cy="2280046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030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71553B6-3C31-6D7A-7B76-2CC725980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11.9 </a:t>
            </a:r>
            <a:r>
              <a:rPr lang="ko-KR" altLang="en-US" dirty="0"/>
              <a:t>객체와 참조</a:t>
            </a:r>
            <a:r>
              <a:rPr lang="en-US" altLang="ko-KR" dirty="0"/>
              <a:t>, </a:t>
            </a:r>
            <a:r>
              <a:rPr lang="ko-KR" altLang="en-US" dirty="0"/>
              <a:t>할당연산의 의미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273179" y="1128713"/>
            <a:ext cx="9602779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875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71553B6-3C31-6D7A-7B76-2CC725980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11.9 </a:t>
            </a:r>
            <a:r>
              <a:rPr lang="ko-KR" altLang="en-US" dirty="0"/>
              <a:t>객체와 참조</a:t>
            </a:r>
            <a:r>
              <a:rPr lang="en-US" altLang="ko-KR" dirty="0"/>
              <a:t>, </a:t>
            </a:r>
            <a:r>
              <a:rPr lang="ko-KR" altLang="en-US" dirty="0"/>
              <a:t>할당연산의 의미</a:t>
            </a:r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2953097" y="1128713"/>
            <a:ext cx="6242944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06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89" y="2179177"/>
            <a:ext cx="6626705" cy="4095532"/>
          </a:xfrm>
          <a:prstGeom prst="rect">
            <a:avLst/>
          </a:prstGeom>
        </p:spPr>
      </p:pic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3495675" y="1255713"/>
            <a:ext cx="9144000" cy="2387600"/>
          </a:xfrm>
        </p:spPr>
        <p:txBody>
          <a:bodyPr/>
          <a:lstStyle/>
          <a:p>
            <a:r>
              <a:rPr lang="en-US" altLang="ko-KR" dirty="0"/>
              <a:t>Questions?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6621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69C11B3895B08A4E96A2D1D42ADAB91F" ma:contentTypeVersion="11" ma:contentTypeDescription="새 문서를 만듭니다." ma:contentTypeScope="" ma:versionID="96c2aa274bec6d6e342baca59153e768">
  <xsd:schema xmlns:xsd="http://www.w3.org/2001/XMLSchema" xmlns:xs="http://www.w3.org/2001/XMLSchema" xmlns:p="http://schemas.microsoft.com/office/2006/metadata/properties" xmlns:ns3="5509120e-0d6d-4073-b3d6-647a0835581f" targetNamespace="http://schemas.microsoft.com/office/2006/metadata/properties" ma:root="true" ma:fieldsID="7390630744db7ccd3855bd086a1bfea6" ns3:_="">
    <xsd:import namespace="5509120e-0d6d-4073-b3d6-647a0835581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09120e-0d6d-4073-b3d6-647a083558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6BFE0B0-A709-4FA4-894C-563E33A0D6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09120e-0d6d-4073-b3d6-647a083558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27B5739-085C-4B67-8C22-C6FADEF53C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07216D-BD24-45C2-BBBB-102CC24BB7E1}">
  <ds:schemaRefs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purl.org/dc/elements/1.1/"/>
    <ds:schemaRef ds:uri="5509120e-0d6d-4073-b3d6-647a0835581f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4374</TotalTime>
  <Words>1375</Words>
  <Application>Microsoft Office PowerPoint</Application>
  <PresentationFormat>와이드스크린</PresentationFormat>
  <Paragraphs>217</Paragraphs>
  <Slides>65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65</vt:i4>
      </vt:variant>
    </vt:vector>
  </HeadingPairs>
  <TitlesOfParts>
    <vt:vector size="68" baseType="lpstr">
      <vt:lpstr>맑은 고딕</vt:lpstr>
      <vt:lpstr>Arial</vt:lpstr>
      <vt:lpstr>Office 테마</vt:lpstr>
      <vt:lpstr>PowerPoint 프레젠테이션</vt:lpstr>
      <vt:lpstr>PowerPoint 프레젠테이션</vt:lpstr>
      <vt:lpstr>11.1 간결한 표현을 위한 람다 함수</vt:lpstr>
      <vt:lpstr>11.1 간결한 표현을 위한 람다 함수</vt:lpstr>
      <vt:lpstr>11.1 간결한 표현을 위한 람다 함수</vt:lpstr>
      <vt:lpstr>11.1 간결한 표현을 위한 람다 함수</vt:lpstr>
      <vt:lpstr>11.1 간결한 표현을 위한 람다 함수</vt:lpstr>
      <vt:lpstr>11.1 간결한 표현을 위한 람다 함수</vt:lpstr>
      <vt:lpstr>11.1 간결한 표현을 위한 람다 함수</vt:lpstr>
      <vt:lpstr>11.2 필터 함수filter function</vt:lpstr>
      <vt:lpstr>11.2 필터 함수filter function</vt:lpstr>
      <vt:lpstr>11.2 필터 함수filter function</vt:lpstr>
      <vt:lpstr>11.2 필터 함수filter function</vt:lpstr>
      <vt:lpstr>11.2 필터 함수filter function</vt:lpstr>
      <vt:lpstr>11.2 필터 함수filter function</vt:lpstr>
      <vt:lpstr>11.3 맵 함수</vt:lpstr>
      <vt:lpstr>11.3 맵 함수</vt:lpstr>
      <vt:lpstr>11.3 맵 함수</vt:lpstr>
      <vt:lpstr>11.3 맵 함수</vt:lpstr>
      <vt:lpstr>11.3 맵 함수</vt:lpstr>
      <vt:lpstr>11.3 맵 함수</vt:lpstr>
      <vt:lpstr>11.3 맵 함수</vt:lpstr>
      <vt:lpstr>11.4 리스트와 축약 표현</vt:lpstr>
      <vt:lpstr>11.4 리스트와 축약 표현</vt:lpstr>
      <vt:lpstr>11.4 리스트와 축약 표현</vt:lpstr>
      <vt:lpstr>11.4 리스트와 축약 표현</vt:lpstr>
      <vt:lpstr>11.4 리스트와 축약 표현</vt:lpstr>
      <vt:lpstr>11.4 리스트와 축약 표현</vt:lpstr>
      <vt:lpstr>11.4 리스트와 축약 표현</vt:lpstr>
      <vt:lpstr>11.4 리스트와 축약 표현</vt:lpstr>
      <vt:lpstr>11.4 리스트와 축약 표현</vt:lpstr>
      <vt:lpstr>11.4 리스트와 축약 표현</vt:lpstr>
      <vt:lpstr>11.4 리스트와 축약 표현</vt:lpstr>
      <vt:lpstr>11.4 리스트와 축약 표현</vt:lpstr>
      <vt:lpstr>11.4 리스트와 축약 표현</vt:lpstr>
      <vt:lpstr>11.5 반복자</vt:lpstr>
      <vt:lpstr>11.5 반복자</vt:lpstr>
      <vt:lpstr>11.5 반복자</vt:lpstr>
      <vt:lpstr>11.5 반복자</vt:lpstr>
      <vt:lpstr>11.5 반복자</vt:lpstr>
      <vt:lpstr>11.5 반복자</vt:lpstr>
      <vt:lpstr>11.5 반복자</vt:lpstr>
      <vt:lpstr>11.6 반복자 클래스의 정의</vt:lpstr>
      <vt:lpstr>11.6 반복자 클래스의 정의</vt:lpstr>
      <vt:lpstr>11.6 반복자 클래스의 정의</vt:lpstr>
      <vt:lpstr>11.6 반복자 클래스의 정의</vt:lpstr>
      <vt:lpstr>11.7 반복 가능 객체를 위한 내장함수</vt:lpstr>
      <vt:lpstr>11.7 반복 가능 객체를 위한 내장함수</vt:lpstr>
      <vt:lpstr>11.7 반복 가능 객체를 위한 내장함수</vt:lpstr>
      <vt:lpstr>11.7 반복 가능 객체를 위한 내장함수</vt:lpstr>
      <vt:lpstr>11.7 반복 가능 객체를 위한 내장함수</vt:lpstr>
      <vt:lpstr>11.8 제너레이터와 yield 문</vt:lpstr>
      <vt:lpstr>11.8 제너레이터와 yield 문</vt:lpstr>
      <vt:lpstr>11.8 제너레이터와 yield 문</vt:lpstr>
      <vt:lpstr>11.8 제너레이터와 yield 문</vt:lpstr>
      <vt:lpstr>11.9 객체와 참조, 할당연산의 의미</vt:lpstr>
      <vt:lpstr>11.9 객체와 참조, 할당연산의 의미</vt:lpstr>
      <vt:lpstr>11.9 객체와 참조, 할당연산의 의미</vt:lpstr>
      <vt:lpstr>11.9 객체와 참조, 할당연산의 의미</vt:lpstr>
      <vt:lpstr>11.9 객체와 참조, 할당연산의 의미</vt:lpstr>
      <vt:lpstr>11.9 객체와 참조, 할당연산의 의미</vt:lpstr>
      <vt:lpstr>11.9 객체와 참조, 할당연산의 의미</vt:lpstr>
      <vt:lpstr>11.9 객체와 참조, 할당연산의 의미</vt:lpstr>
      <vt:lpstr>11.9 객체와 참조, 할당연산의 의미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쫄깃한 파이썬</dc:title>
  <dc:creator>dongupak</dc:creator>
  <cp:lastModifiedBy>IT</cp:lastModifiedBy>
  <cp:revision>304</cp:revision>
  <dcterms:created xsi:type="dcterms:W3CDTF">2019-07-01T11:22:40Z</dcterms:created>
  <dcterms:modified xsi:type="dcterms:W3CDTF">2024-10-21T05:22:07Z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0x01010069C11B3895B08A4E96A2D1D42ADAB91F</vt:lpwstr>
  </property>
</Properties>
</file>