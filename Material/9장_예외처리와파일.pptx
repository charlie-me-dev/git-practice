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375" r:id="rId5"/>
    <p:sldId id="321" r:id="rId6"/>
    <p:sldId id="260" r:id="rId7"/>
    <p:sldId id="339" r:id="rId8"/>
    <p:sldId id="340" r:id="rId9"/>
    <p:sldId id="341" r:id="rId10"/>
    <p:sldId id="342" r:id="rId11"/>
    <p:sldId id="343" r:id="rId12"/>
    <p:sldId id="264" r:id="rId13"/>
    <p:sldId id="344" r:id="rId14"/>
    <p:sldId id="324" r:id="rId15"/>
    <p:sldId id="266" r:id="rId16"/>
    <p:sldId id="345" r:id="rId17"/>
    <p:sldId id="346" r:id="rId18"/>
    <p:sldId id="268" r:id="rId19"/>
    <p:sldId id="347" r:id="rId20"/>
    <p:sldId id="348" r:id="rId21"/>
    <p:sldId id="270" r:id="rId22"/>
    <p:sldId id="349" r:id="rId23"/>
    <p:sldId id="275" r:id="rId24"/>
    <p:sldId id="350" r:id="rId25"/>
    <p:sldId id="351" r:id="rId26"/>
    <p:sldId id="352" r:id="rId27"/>
    <p:sldId id="273" r:id="rId28"/>
    <p:sldId id="279" r:id="rId29"/>
    <p:sldId id="277" r:id="rId30"/>
    <p:sldId id="353" r:id="rId31"/>
    <p:sldId id="354" r:id="rId32"/>
    <p:sldId id="274" r:id="rId33"/>
    <p:sldId id="278" r:id="rId34"/>
    <p:sldId id="280" r:id="rId35"/>
    <p:sldId id="355" r:id="rId36"/>
    <p:sldId id="282" r:id="rId37"/>
    <p:sldId id="283" r:id="rId38"/>
    <p:sldId id="284" r:id="rId39"/>
    <p:sldId id="285" r:id="rId40"/>
    <p:sldId id="286" r:id="rId41"/>
    <p:sldId id="356" r:id="rId42"/>
    <p:sldId id="288" r:id="rId43"/>
    <p:sldId id="289" r:id="rId44"/>
    <p:sldId id="357" r:id="rId45"/>
    <p:sldId id="293" r:id="rId46"/>
    <p:sldId id="358" r:id="rId47"/>
    <p:sldId id="359" r:id="rId48"/>
    <p:sldId id="328" r:id="rId49"/>
    <p:sldId id="360" r:id="rId50"/>
    <p:sldId id="298" r:id="rId51"/>
    <p:sldId id="361" r:id="rId52"/>
    <p:sldId id="362" r:id="rId53"/>
    <p:sldId id="367" r:id="rId54"/>
    <p:sldId id="364" r:id="rId55"/>
    <p:sldId id="365" r:id="rId56"/>
    <p:sldId id="366" r:id="rId57"/>
    <p:sldId id="299" r:id="rId58"/>
    <p:sldId id="368" r:id="rId59"/>
    <p:sldId id="301" r:id="rId60"/>
    <p:sldId id="369" r:id="rId61"/>
    <p:sldId id="303" r:id="rId62"/>
    <p:sldId id="304" r:id="rId63"/>
    <p:sldId id="370" r:id="rId64"/>
    <p:sldId id="371" r:id="rId65"/>
    <p:sldId id="372" r:id="rId66"/>
    <p:sldId id="307" r:id="rId67"/>
    <p:sldId id="308" r:id="rId68"/>
    <p:sldId id="373" r:id="rId69"/>
    <p:sldId id="374" r:id="rId70"/>
    <p:sldId id="332" r:id="rId71"/>
    <p:sldId id="312" r:id="rId72"/>
    <p:sldId id="313" r:id="rId73"/>
    <p:sldId id="314" r:id="rId74"/>
    <p:sldId id="320" r:id="rId75"/>
    <p:sldId id="333" r:id="rId7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ongupak" initials="d" lastIdx="13" clrIdx="0">
    <p:extLst>
      <p:ext uri="{19B8F6BF-5375-455C-9EA6-DF929625EA0E}">
        <p15:presenceInfo xmlns:p15="http://schemas.microsoft.com/office/powerpoint/2012/main" userId="dongupak" providerId="None"/>
      </p:ext>
    </p:extLst>
  </p:cmAuthor>
  <p:cmAuthor id="2" name="it" initials="i" lastIdx="1" clrIdx="1">
    <p:extLst>
      <p:ext uri="{19B8F6BF-5375-455C-9EA6-DF929625EA0E}">
        <p15:presenceInfo xmlns:p15="http://schemas.microsoft.com/office/powerpoint/2012/main" userId="it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1E0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6242" autoAdjust="0"/>
  </p:normalViewPr>
  <p:slideViewPr>
    <p:cSldViewPr snapToGrid="0">
      <p:cViewPr varScale="1">
        <p:scale>
          <a:sx n="111" d="100"/>
          <a:sy n="111" d="100"/>
        </p:scale>
        <p:origin x="534" y="10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24426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viewProps" Target="viewProp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82" Type="http://schemas.microsoft.com/office/2016/11/relationships/changesInfo" Target="changesInfos/changesInfo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commentAuthors" Target="commentAuthor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안혜강" userId="98b22b6e-56f4-4429-b5e0-faac91709a9d" providerId="ADAL" clId="{5EDB215B-7E32-4474-A9A6-5BDD7FA4E25A}"/>
    <pc:docChg chg="modSld">
      <pc:chgData name="안혜강" userId="98b22b6e-56f4-4429-b5e0-faac91709a9d" providerId="ADAL" clId="{5EDB215B-7E32-4474-A9A6-5BDD7FA4E25A}" dt="2021-02-26T05:53:56.484" v="66" actId="113"/>
      <pc:docMkLst>
        <pc:docMk/>
      </pc:docMkLst>
      <pc:sldChg chg="modSp">
        <pc:chgData name="안혜강" userId="98b22b6e-56f4-4429-b5e0-faac91709a9d" providerId="ADAL" clId="{5EDB215B-7E32-4474-A9A6-5BDD7FA4E25A}" dt="2021-02-26T05:49:51.550" v="11" actId="113"/>
        <pc:sldMkLst>
          <pc:docMk/>
          <pc:sldMk cId="2399168452" sldId="262"/>
        </pc:sldMkLst>
        <pc:graphicFrameChg chg="modGraphic">
          <ac:chgData name="안혜강" userId="98b22b6e-56f4-4429-b5e0-faac91709a9d" providerId="ADAL" clId="{5EDB215B-7E32-4474-A9A6-5BDD7FA4E25A}" dt="2021-02-26T05:49:51.550" v="11" actId="113"/>
          <ac:graphicFrameMkLst>
            <pc:docMk/>
            <pc:sldMk cId="2399168452" sldId="262"/>
            <ac:graphicFrameMk id="5" creationId="{01BB3B51-A27B-4668-9A63-BE46473D565D}"/>
          </ac:graphicFrameMkLst>
        </pc:graphicFrameChg>
      </pc:sldChg>
      <pc:sldChg chg="modSp">
        <pc:chgData name="안혜강" userId="98b22b6e-56f4-4429-b5e0-faac91709a9d" providerId="ADAL" clId="{5EDB215B-7E32-4474-A9A6-5BDD7FA4E25A}" dt="2021-02-26T05:49:44.054" v="9" actId="113"/>
        <pc:sldMkLst>
          <pc:docMk/>
          <pc:sldMk cId="2160524869" sldId="266"/>
        </pc:sldMkLst>
        <pc:graphicFrameChg chg="modGraphic">
          <ac:chgData name="안혜강" userId="98b22b6e-56f4-4429-b5e0-faac91709a9d" providerId="ADAL" clId="{5EDB215B-7E32-4474-A9A6-5BDD7FA4E25A}" dt="2021-02-26T05:49:44.054" v="9" actId="113"/>
          <ac:graphicFrameMkLst>
            <pc:docMk/>
            <pc:sldMk cId="2160524869" sldId="266"/>
            <ac:graphicFrameMk id="5" creationId="{02232C62-E129-450C-BB23-7B3A864D3CC5}"/>
          </ac:graphicFrameMkLst>
        </pc:graphicFrameChg>
      </pc:sldChg>
      <pc:sldChg chg="modSp">
        <pc:chgData name="안혜강" userId="98b22b6e-56f4-4429-b5e0-faac91709a9d" providerId="ADAL" clId="{5EDB215B-7E32-4474-A9A6-5BDD7FA4E25A}" dt="2021-02-26T05:49:38.478" v="7" actId="113"/>
        <pc:sldMkLst>
          <pc:docMk/>
          <pc:sldMk cId="3979390168" sldId="268"/>
        </pc:sldMkLst>
        <pc:graphicFrameChg chg="modGraphic">
          <ac:chgData name="안혜강" userId="98b22b6e-56f4-4429-b5e0-faac91709a9d" providerId="ADAL" clId="{5EDB215B-7E32-4474-A9A6-5BDD7FA4E25A}" dt="2021-02-26T05:49:38.478" v="7" actId="113"/>
          <ac:graphicFrameMkLst>
            <pc:docMk/>
            <pc:sldMk cId="3979390168" sldId="268"/>
            <ac:graphicFrameMk id="6" creationId="{88BFA356-ED02-4C3C-B9EA-7FE8E8D9B6FE}"/>
          </ac:graphicFrameMkLst>
        </pc:graphicFrameChg>
      </pc:sldChg>
      <pc:sldChg chg="modSp">
        <pc:chgData name="안혜강" userId="98b22b6e-56f4-4429-b5e0-faac91709a9d" providerId="ADAL" clId="{5EDB215B-7E32-4474-A9A6-5BDD7FA4E25A}" dt="2021-02-26T05:49:36.398" v="6" actId="113"/>
        <pc:sldMkLst>
          <pc:docMk/>
          <pc:sldMk cId="2043507677" sldId="269"/>
        </pc:sldMkLst>
        <pc:graphicFrameChg chg="modGraphic">
          <ac:chgData name="안혜강" userId="98b22b6e-56f4-4429-b5e0-faac91709a9d" providerId="ADAL" clId="{5EDB215B-7E32-4474-A9A6-5BDD7FA4E25A}" dt="2021-02-26T05:49:36.398" v="6" actId="113"/>
          <ac:graphicFrameMkLst>
            <pc:docMk/>
            <pc:sldMk cId="2043507677" sldId="269"/>
            <ac:graphicFrameMk id="5" creationId="{34550084-70F3-4DB8-928D-89330CF5CAAC}"/>
          </ac:graphicFrameMkLst>
        </pc:graphicFrameChg>
      </pc:sldChg>
      <pc:sldChg chg="modSp">
        <pc:chgData name="안혜강" userId="98b22b6e-56f4-4429-b5e0-faac91709a9d" providerId="ADAL" clId="{5EDB215B-7E32-4474-A9A6-5BDD7FA4E25A}" dt="2021-02-26T05:50:20.285" v="20" actId="113"/>
        <pc:sldMkLst>
          <pc:docMk/>
          <pc:sldMk cId="4127711366" sldId="271"/>
        </pc:sldMkLst>
        <pc:graphicFrameChg chg="modGraphic">
          <ac:chgData name="안혜강" userId="98b22b6e-56f4-4429-b5e0-faac91709a9d" providerId="ADAL" clId="{5EDB215B-7E32-4474-A9A6-5BDD7FA4E25A}" dt="2021-02-26T05:50:20.285" v="20" actId="113"/>
          <ac:graphicFrameMkLst>
            <pc:docMk/>
            <pc:sldMk cId="4127711366" sldId="271"/>
            <ac:graphicFrameMk id="5" creationId="{C4169A59-64BF-4406-A4FD-4A951CDFE5D9}"/>
          </ac:graphicFrameMkLst>
        </pc:graphicFrameChg>
      </pc:sldChg>
      <pc:sldChg chg="modSp">
        <pc:chgData name="안혜강" userId="98b22b6e-56f4-4429-b5e0-faac91709a9d" providerId="ADAL" clId="{5EDB215B-7E32-4474-A9A6-5BDD7FA4E25A}" dt="2021-02-26T05:49:41.438" v="8" actId="113"/>
        <pc:sldMkLst>
          <pc:docMk/>
          <pc:sldMk cId="1318483760" sldId="272"/>
        </pc:sldMkLst>
        <pc:graphicFrameChg chg="modGraphic">
          <ac:chgData name="안혜강" userId="98b22b6e-56f4-4429-b5e0-faac91709a9d" providerId="ADAL" clId="{5EDB215B-7E32-4474-A9A6-5BDD7FA4E25A}" dt="2021-02-26T05:49:41.438" v="8" actId="113"/>
          <ac:graphicFrameMkLst>
            <pc:docMk/>
            <pc:sldMk cId="1318483760" sldId="272"/>
            <ac:graphicFrameMk id="5" creationId="{E5A7785E-22E5-46C6-ABB7-410A0B3A2F5E}"/>
          </ac:graphicFrameMkLst>
        </pc:graphicFrameChg>
      </pc:sldChg>
      <pc:sldChg chg="modSp">
        <pc:chgData name="안혜강" userId="98b22b6e-56f4-4429-b5e0-faac91709a9d" providerId="ADAL" clId="{5EDB215B-7E32-4474-A9A6-5BDD7FA4E25A}" dt="2021-02-26T05:50:32.542" v="25" actId="113"/>
        <pc:sldMkLst>
          <pc:docMk/>
          <pc:sldMk cId="630300095" sldId="275"/>
        </pc:sldMkLst>
        <pc:graphicFrameChg chg="modGraphic">
          <ac:chgData name="안혜강" userId="98b22b6e-56f4-4429-b5e0-faac91709a9d" providerId="ADAL" clId="{5EDB215B-7E32-4474-A9A6-5BDD7FA4E25A}" dt="2021-02-26T05:50:32.542" v="25" actId="113"/>
          <ac:graphicFrameMkLst>
            <pc:docMk/>
            <pc:sldMk cId="630300095" sldId="275"/>
            <ac:graphicFrameMk id="18" creationId="{C4169A59-64BF-4406-A4FD-4A951CDFE5D9}"/>
          </ac:graphicFrameMkLst>
        </pc:graphicFrameChg>
      </pc:sldChg>
      <pc:sldChg chg="modSp">
        <pc:chgData name="안혜강" userId="98b22b6e-56f4-4429-b5e0-faac91709a9d" providerId="ADAL" clId="{5EDB215B-7E32-4474-A9A6-5BDD7FA4E25A}" dt="2021-02-26T05:50:52.461" v="35" actId="113"/>
        <pc:sldMkLst>
          <pc:docMk/>
          <pc:sldMk cId="1454214269" sldId="276"/>
        </pc:sldMkLst>
        <pc:graphicFrameChg chg="modGraphic">
          <ac:chgData name="안혜강" userId="98b22b6e-56f4-4429-b5e0-faac91709a9d" providerId="ADAL" clId="{5EDB215B-7E32-4474-A9A6-5BDD7FA4E25A}" dt="2021-02-26T05:50:52.461" v="35" actId="113"/>
          <ac:graphicFrameMkLst>
            <pc:docMk/>
            <pc:sldMk cId="1454214269" sldId="276"/>
            <ac:graphicFrameMk id="9" creationId="{C4169A59-64BF-4406-A4FD-4A951CDFE5D9}"/>
          </ac:graphicFrameMkLst>
        </pc:graphicFrameChg>
      </pc:sldChg>
      <pc:sldChg chg="modSp">
        <pc:chgData name="안혜강" userId="98b22b6e-56f4-4429-b5e0-faac91709a9d" providerId="ADAL" clId="{5EDB215B-7E32-4474-A9A6-5BDD7FA4E25A}" dt="2021-02-26T05:51:24.093" v="41" actId="113"/>
        <pc:sldMkLst>
          <pc:docMk/>
          <pc:sldMk cId="362616144" sldId="278"/>
        </pc:sldMkLst>
        <pc:graphicFrameChg chg="modGraphic">
          <ac:chgData name="안혜강" userId="98b22b6e-56f4-4429-b5e0-faac91709a9d" providerId="ADAL" clId="{5EDB215B-7E32-4474-A9A6-5BDD7FA4E25A}" dt="2021-02-26T05:51:24.093" v="41" actId="113"/>
          <ac:graphicFrameMkLst>
            <pc:docMk/>
            <pc:sldMk cId="362616144" sldId="278"/>
            <ac:graphicFrameMk id="6" creationId="{57DEB9B7-009F-466A-B91B-2BDECD9B8EA2}"/>
          </ac:graphicFrameMkLst>
        </pc:graphicFrameChg>
      </pc:sldChg>
      <pc:sldChg chg="modSp">
        <pc:chgData name="안혜강" userId="98b22b6e-56f4-4429-b5e0-faac91709a9d" providerId="ADAL" clId="{5EDB215B-7E32-4474-A9A6-5BDD7FA4E25A}" dt="2021-02-26T05:51:13.829" v="40" actId="113"/>
        <pc:sldMkLst>
          <pc:docMk/>
          <pc:sldMk cId="3069552242" sldId="279"/>
        </pc:sldMkLst>
        <pc:graphicFrameChg chg="modGraphic">
          <ac:chgData name="안혜강" userId="98b22b6e-56f4-4429-b5e0-faac91709a9d" providerId="ADAL" clId="{5EDB215B-7E32-4474-A9A6-5BDD7FA4E25A}" dt="2021-02-26T05:51:13.829" v="40" actId="113"/>
          <ac:graphicFrameMkLst>
            <pc:docMk/>
            <pc:sldMk cId="3069552242" sldId="279"/>
            <ac:graphicFrameMk id="7" creationId="{2C47A177-2D78-4052-BAA6-A2CB4122ABEC}"/>
          </ac:graphicFrameMkLst>
        </pc:graphicFrameChg>
      </pc:sldChg>
      <pc:sldChg chg="modSp">
        <pc:chgData name="안혜강" userId="98b22b6e-56f4-4429-b5e0-faac91709a9d" providerId="ADAL" clId="{5EDB215B-7E32-4474-A9A6-5BDD7FA4E25A}" dt="2021-02-26T05:51:27.453" v="42" actId="113"/>
        <pc:sldMkLst>
          <pc:docMk/>
          <pc:sldMk cId="4256240272" sldId="280"/>
        </pc:sldMkLst>
        <pc:graphicFrameChg chg="modGraphic">
          <ac:chgData name="안혜강" userId="98b22b6e-56f4-4429-b5e0-faac91709a9d" providerId="ADAL" clId="{5EDB215B-7E32-4474-A9A6-5BDD7FA4E25A}" dt="2021-02-26T05:51:27.453" v="42" actId="113"/>
          <ac:graphicFrameMkLst>
            <pc:docMk/>
            <pc:sldMk cId="4256240272" sldId="280"/>
            <ac:graphicFrameMk id="5" creationId="{B35574A7-AD3E-4710-B7D2-2C16EF4E788F}"/>
          </ac:graphicFrameMkLst>
        </pc:graphicFrameChg>
      </pc:sldChg>
      <pc:sldChg chg="modSp">
        <pc:chgData name="안혜강" userId="98b22b6e-56f4-4429-b5e0-faac91709a9d" providerId="ADAL" clId="{5EDB215B-7E32-4474-A9A6-5BDD7FA4E25A}" dt="2021-02-26T05:51:48.446" v="48" actId="113"/>
        <pc:sldMkLst>
          <pc:docMk/>
          <pc:sldMk cId="3826558132" sldId="281"/>
        </pc:sldMkLst>
        <pc:graphicFrameChg chg="modGraphic">
          <ac:chgData name="안혜강" userId="98b22b6e-56f4-4429-b5e0-faac91709a9d" providerId="ADAL" clId="{5EDB215B-7E32-4474-A9A6-5BDD7FA4E25A}" dt="2021-02-26T05:51:48.446" v="48" actId="113"/>
          <ac:graphicFrameMkLst>
            <pc:docMk/>
            <pc:sldMk cId="3826558132" sldId="281"/>
            <ac:graphicFrameMk id="5" creationId="{6304590F-F8BB-475B-AF2E-7225C7A6F6B3}"/>
          </ac:graphicFrameMkLst>
        </pc:graphicFrameChg>
      </pc:sldChg>
      <pc:sldChg chg="modSp">
        <pc:chgData name="안혜강" userId="98b22b6e-56f4-4429-b5e0-faac91709a9d" providerId="ADAL" clId="{5EDB215B-7E32-4474-A9A6-5BDD7FA4E25A}" dt="2021-02-26T05:52:45.221" v="49" actId="113"/>
        <pc:sldMkLst>
          <pc:docMk/>
          <pc:sldMk cId="4196960289" sldId="309"/>
        </pc:sldMkLst>
        <pc:graphicFrameChg chg="modGraphic">
          <ac:chgData name="안혜강" userId="98b22b6e-56f4-4429-b5e0-faac91709a9d" providerId="ADAL" clId="{5EDB215B-7E32-4474-A9A6-5BDD7FA4E25A}" dt="2021-02-26T05:52:45.221" v="49" actId="113"/>
          <ac:graphicFrameMkLst>
            <pc:docMk/>
            <pc:sldMk cId="4196960289" sldId="309"/>
            <ac:graphicFrameMk id="6" creationId="{E515CC42-7879-4B78-AB16-6BBB95E55CB8}"/>
          </ac:graphicFrameMkLst>
        </pc:graphicFrameChg>
      </pc:sldChg>
      <pc:sldChg chg="modSp">
        <pc:chgData name="안혜강" userId="98b22b6e-56f4-4429-b5e0-faac91709a9d" providerId="ADAL" clId="{5EDB215B-7E32-4474-A9A6-5BDD7FA4E25A}" dt="2021-02-26T05:53:00.772" v="53" actId="113"/>
        <pc:sldMkLst>
          <pc:docMk/>
          <pc:sldMk cId="2248476213" sldId="310"/>
        </pc:sldMkLst>
        <pc:graphicFrameChg chg="modGraphic">
          <ac:chgData name="안혜강" userId="98b22b6e-56f4-4429-b5e0-faac91709a9d" providerId="ADAL" clId="{5EDB215B-7E32-4474-A9A6-5BDD7FA4E25A}" dt="2021-02-26T05:53:00.772" v="53" actId="113"/>
          <ac:graphicFrameMkLst>
            <pc:docMk/>
            <pc:sldMk cId="2248476213" sldId="310"/>
            <ac:graphicFrameMk id="5" creationId="{0D745273-578D-4AB8-85D7-CC44E7EDB8FA}"/>
          </ac:graphicFrameMkLst>
        </pc:graphicFrameChg>
      </pc:sldChg>
      <pc:sldChg chg="modSp">
        <pc:chgData name="안혜강" userId="98b22b6e-56f4-4429-b5e0-faac91709a9d" providerId="ADAL" clId="{5EDB215B-7E32-4474-A9A6-5BDD7FA4E25A}" dt="2021-02-26T05:53:10.229" v="55" actId="113"/>
        <pc:sldMkLst>
          <pc:docMk/>
          <pc:sldMk cId="3454614124" sldId="313"/>
        </pc:sldMkLst>
        <pc:graphicFrameChg chg="modGraphic">
          <ac:chgData name="안혜강" userId="98b22b6e-56f4-4429-b5e0-faac91709a9d" providerId="ADAL" clId="{5EDB215B-7E32-4474-A9A6-5BDD7FA4E25A}" dt="2021-02-26T05:53:10.229" v="55" actId="113"/>
          <ac:graphicFrameMkLst>
            <pc:docMk/>
            <pc:sldMk cId="3454614124" sldId="313"/>
            <ac:graphicFrameMk id="5" creationId="{A0FFF7C5-8E77-459F-8304-F3185A19BD41}"/>
          </ac:graphicFrameMkLst>
        </pc:graphicFrameChg>
      </pc:sldChg>
      <pc:sldChg chg="modSp">
        <pc:chgData name="안혜강" userId="98b22b6e-56f4-4429-b5e0-faac91709a9d" providerId="ADAL" clId="{5EDB215B-7E32-4474-A9A6-5BDD7FA4E25A}" dt="2021-02-26T05:53:19.901" v="56" actId="113"/>
        <pc:sldMkLst>
          <pc:docMk/>
          <pc:sldMk cId="392216015" sldId="314"/>
        </pc:sldMkLst>
        <pc:graphicFrameChg chg="modGraphic">
          <ac:chgData name="안혜강" userId="98b22b6e-56f4-4429-b5e0-faac91709a9d" providerId="ADAL" clId="{5EDB215B-7E32-4474-A9A6-5BDD7FA4E25A}" dt="2021-02-26T05:53:19.901" v="56" actId="113"/>
          <ac:graphicFrameMkLst>
            <pc:docMk/>
            <pc:sldMk cId="392216015" sldId="314"/>
            <ac:graphicFrameMk id="5" creationId="{B3A572F7-5CC2-47EA-B214-0B26B03BBBF8}"/>
          </ac:graphicFrameMkLst>
        </pc:graphicFrameChg>
      </pc:sldChg>
      <pc:sldChg chg="modSp">
        <pc:chgData name="안혜강" userId="98b22b6e-56f4-4429-b5e0-faac91709a9d" providerId="ADAL" clId="{5EDB215B-7E32-4474-A9A6-5BDD7FA4E25A}" dt="2021-02-26T05:53:36.973" v="61" actId="113"/>
        <pc:sldMkLst>
          <pc:docMk/>
          <pc:sldMk cId="1162753715" sldId="315"/>
        </pc:sldMkLst>
        <pc:graphicFrameChg chg="modGraphic">
          <ac:chgData name="안혜강" userId="98b22b6e-56f4-4429-b5e0-faac91709a9d" providerId="ADAL" clId="{5EDB215B-7E32-4474-A9A6-5BDD7FA4E25A}" dt="2021-02-26T05:53:36.973" v="61" actId="113"/>
          <ac:graphicFrameMkLst>
            <pc:docMk/>
            <pc:sldMk cId="1162753715" sldId="315"/>
            <ac:graphicFrameMk id="5" creationId="{569F91A7-DF66-4128-96EB-43F6501C2D28}"/>
          </ac:graphicFrameMkLst>
        </pc:graphicFrameChg>
      </pc:sldChg>
      <pc:sldChg chg="modSp">
        <pc:chgData name="안혜강" userId="98b22b6e-56f4-4429-b5e0-faac91709a9d" providerId="ADAL" clId="{5EDB215B-7E32-4474-A9A6-5BDD7FA4E25A}" dt="2021-02-26T05:53:51.236" v="65" actId="113"/>
        <pc:sldMkLst>
          <pc:docMk/>
          <pc:sldMk cId="95793400" sldId="316"/>
        </pc:sldMkLst>
        <pc:graphicFrameChg chg="modGraphic">
          <ac:chgData name="안혜강" userId="98b22b6e-56f4-4429-b5e0-faac91709a9d" providerId="ADAL" clId="{5EDB215B-7E32-4474-A9A6-5BDD7FA4E25A}" dt="2021-02-26T05:53:51.236" v="65" actId="113"/>
          <ac:graphicFrameMkLst>
            <pc:docMk/>
            <pc:sldMk cId="95793400" sldId="316"/>
            <ac:graphicFrameMk id="4" creationId="{45255B40-4D92-440D-941A-D1B9EDE7D9F3}"/>
          </ac:graphicFrameMkLst>
        </pc:graphicFrameChg>
      </pc:sldChg>
      <pc:sldChg chg="modSp">
        <pc:chgData name="안혜강" userId="98b22b6e-56f4-4429-b5e0-faac91709a9d" providerId="ADAL" clId="{5EDB215B-7E32-4474-A9A6-5BDD7FA4E25A}" dt="2021-02-26T05:50:11.438" v="15" actId="113"/>
        <pc:sldMkLst>
          <pc:docMk/>
          <pc:sldMk cId="3497889368" sldId="319"/>
        </pc:sldMkLst>
        <pc:graphicFrameChg chg="modGraphic">
          <ac:chgData name="안혜강" userId="98b22b6e-56f4-4429-b5e0-faac91709a9d" providerId="ADAL" clId="{5EDB215B-7E32-4474-A9A6-5BDD7FA4E25A}" dt="2021-02-26T05:50:11.438" v="15" actId="113"/>
          <ac:graphicFrameMkLst>
            <pc:docMk/>
            <pc:sldMk cId="3497889368" sldId="319"/>
            <ac:graphicFrameMk id="6" creationId="{A90F2206-7A97-41AB-96B1-DB47DEC0CEB1}"/>
          </ac:graphicFrameMkLst>
        </pc:graphicFrameChg>
      </pc:sldChg>
      <pc:sldChg chg="modSp">
        <pc:chgData name="안혜강" userId="98b22b6e-56f4-4429-b5e0-faac91709a9d" providerId="ADAL" clId="{5EDB215B-7E32-4474-A9A6-5BDD7FA4E25A}" dt="2021-02-26T05:53:56.484" v="66" actId="113"/>
        <pc:sldMkLst>
          <pc:docMk/>
          <pc:sldMk cId="2358265268" sldId="320"/>
        </pc:sldMkLst>
        <pc:graphicFrameChg chg="modGraphic">
          <ac:chgData name="안혜강" userId="98b22b6e-56f4-4429-b5e0-faac91709a9d" providerId="ADAL" clId="{5EDB215B-7E32-4474-A9A6-5BDD7FA4E25A}" dt="2021-02-26T05:53:56.484" v="66" actId="113"/>
          <ac:graphicFrameMkLst>
            <pc:docMk/>
            <pc:sldMk cId="2358265268" sldId="320"/>
            <ac:graphicFrameMk id="5" creationId="{6364B45C-BFBF-4B82-9421-90E8BE885E77}"/>
          </ac:graphicFrameMkLst>
        </pc:graphicFrameChg>
      </pc:sldChg>
      <pc:sldChg chg="modSp">
        <pc:chgData name="안혜강" userId="98b22b6e-56f4-4429-b5e0-faac91709a9d" providerId="ADAL" clId="{5EDB215B-7E32-4474-A9A6-5BDD7FA4E25A}" dt="2021-02-26T05:50:43.381" v="30" actId="113"/>
        <pc:sldMkLst>
          <pc:docMk/>
          <pc:sldMk cId="4140361300" sldId="336"/>
        </pc:sldMkLst>
        <pc:graphicFrameChg chg="modGraphic">
          <ac:chgData name="안혜강" userId="98b22b6e-56f4-4429-b5e0-faac91709a9d" providerId="ADAL" clId="{5EDB215B-7E32-4474-A9A6-5BDD7FA4E25A}" dt="2021-02-26T05:50:43.381" v="30" actId="113"/>
          <ac:graphicFrameMkLst>
            <pc:docMk/>
            <pc:sldMk cId="4140361300" sldId="336"/>
            <ac:graphicFrameMk id="17" creationId="{C4169A59-64BF-4406-A4FD-4A951CDFE5D9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9E555-41BD-4F42-BACD-260A3D2E8810}" type="datetimeFigureOut">
              <a:rPr lang="ko-KR" altLang="en-US" smtClean="0"/>
              <a:t>2024-11-05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3DECF-8BA1-4923-867C-64FAB5EDD4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998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70C0D07-8B9B-7F79-ECEE-08F3ED4D9A77}"/>
              </a:ext>
            </a:extLst>
          </p:cNvPr>
          <p:cNvSpPr/>
          <p:nvPr userDrawn="1"/>
        </p:nvSpPr>
        <p:spPr>
          <a:xfrm>
            <a:off x="0" y="-3359"/>
            <a:ext cx="12192000" cy="980728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F687766E-4112-1C71-1153-BDA3370907C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52122" y="188413"/>
            <a:ext cx="963548" cy="763829"/>
          </a:xfrm>
          <a:prstGeom prst="rect">
            <a:avLst/>
          </a:prstGeom>
        </p:spPr>
      </p:pic>
      <p:sp>
        <p:nvSpPr>
          <p:cNvPr id="11" name="내용 개체 틀 2"/>
          <p:cNvSpPr>
            <a:spLocks noGrp="1"/>
          </p:cNvSpPr>
          <p:nvPr>
            <p:ph idx="14" hasCustomPrompt="1"/>
          </p:nvPr>
        </p:nvSpPr>
        <p:spPr>
          <a:xfrm>
            <a:off x="1067257" y="1128237"/>
            <a:ext cx="10014757" cy="4917999"/>
          </a:xfrm>
        </p:spPr>
        <p:txBody>
          <a:bodyPr>
            <a:noAutofit/>
          </a:bodyPr>
          <a:lstStyle>
            <a:lvl1pPr marL="179388" indent="-179388">
              <a:lnSpc>
                <a:spcPct val="120000"/>
              </a:lnSpc>
              <a:spcBef>
                <a:spcPts val="480"/>
              </a:spcBef>
              <a:buClr>
                <a:schemeClr val="accent6"/>
              </a:buClr>
              <a:buFont typeface="Arial" pitchFamily="34" charset="0"/>
              <a:buChar char="•"/>
              <a:defRPr sz="2000"/>
            </a:lvl1pPr>
            <a:lvl2pPr marL="360363" indent="-180975">
              <a:buClr>
                <a:schemeClr val="accent6">
                  <a:lumMod val="75000"/>
                </a:schemeClr>
              </a:buClr>
              <a:buFont typeface="맑은 고딕" panose="020B0503020000020004" pitchFamily="50" charset="-127"/>
              <a:buChar char="-"/>
              <a:defRPr sz="1800"/>
            </a:lvl2pPr>
          </a:lstStyle>
          <a:p>
            <a:pPr lvl="0"/>
            <a:r>
              <a:rPr lang="ko-KR" altLang="en-US" dirty="0"/>
              <a:t>텍스트 스타일을 편집합니다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cxnSp>
        <p:nvCxnSpPr>
          <p:cNvPr id="16" name="직선 연결선 15"/>
          <p:cNvCxnSpPr>
            <a:cxnSpLocks/>
          </p:cNvCxnSpPr>
          <p:nvPr userDrawn="1"/>
        </p:nvCxnSpPr>
        <p:spPr>
          <a:xfrm>
            <a:off x="501901" y="6251050"/>
            <a:ext cx="11125323" cy="0"/>
          </a:xfrm>
          <a:prstGeom prst="line">
            <a:avLst/>
          </a:prstGeom>
          <a:ln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904883" y="346646"/>
            <a:ext cx="10177131" cy="562074"/>
          </a:xfrm>
        </p:spPr>
        <p:txBody>
          <a:bodyPr>
            <a:noAutofit/>
          </a:bodyPr>
          <a:lstStyle>
            <a:lvl1pPr algn="l">
              <a:defRPr sz="34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ko-KR" altLang="en-US" dirty="0"/>
              <a:t>텍스트 스타일을 편집합니다</a:t>
            </a:r>
          </a:p>
        </p:txBody>
      </p:sp>
      <p:sp>
        <p:nvSpPr>
          <p:cNvPr id="31" name="타원 30"/>
          <p:cNvSpPr/>
          <p:nvPr userDrawn="1"/>
        </p:nvSpPr>
        <p:spPr>
          <a:xfrm>
            <a:off x="368312" y="69338"/>
            <a:ext cx="192021" cy="144016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17" name="모서리가 둥근 직사각형 16"/>
          <p:cNvSpPr/>
          <p:nvPr userDrawn="1"/>
        </p:nvSpPr>
        <p:spPr>
          <a:xfrm>
            <a:off x="10544174" y="83680"/>
            <a:ext cx="1024433" cy="218397"/>
          </a:xfrm>
          <a:prstGeom prst="roundRect">
            <a:avLst/>
          </a:prstGeom>
          <a:noFill/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19" name="TextBox 18"/>
          <p:cNvSpPr txBox="1"/>
          <p:nvPr userDrawn="1"/>
        </p:nvSpPr>
        <p:spPr>
          <a:xfrm>
            <a:off x="10582275" y="90475"/>
            <a:ext cx="1038454" cy="196208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75" spc="0" dirty="0">
                <a:solidFill>
                  <a:schemeClr val="bg1"/>
                </a:solidFill>
                <a:latin typeface="+mn-ea"/>
                <a:ea typeface="+mn-ea"/>
              </a:rPr>
              <a:t>Welcome</a:t>
            </a:r>
            <a:r>
              <a:rPr lang="en-US" altLang="ko-KR" sz="675" spc="0" baseline="0" dirty="0">
                <a:solidFill>
                  <a:schemeClr val="bg1"/>
                </a:solidFill>
                <a:latin typeface="+mn-ea"/>
                <a:ea typeface="+mn-ea"/>
              </a:rPr>
              <a:t> to Python</a:t>
            </a:r>
            <a:endParaRPr lang="ko-KR" altLang="en-US" sz="675" spc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C0EC649-97C1-B342-C2A3-884307B7EA72}"/>
              </a:ext>
            </a:extLst>
          </p:cNvPr>
          <p:cNvSpPr/>
          <p:nvPr userDrawn="1"/>
        </p:nvSpPr>
        <p:spPr>
          <a:xfrm>
            <a:off x="5686477" y="6350553"/>
            <a:ext cx="6096000" cy="2308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/>
            <a:fld id="{46A5C3F9-5C7D-4EF5-8F53-66B38DB9C20D}" type="slidenum">
              <a:rPr lang="ko-KR" altLang="en-US" sz="900" b="1" smtClean="0">
                <a:solidFill>
                  <a:schemeClr val="accent6">
                    <a:lumMod val="50000"/>
                  </a:schemeClr>
                </a:solidFill>
              </a:rPr>
              <a:pPr algn="r"/>
              <a:t>‹#›</a:t>
            </a:fld>
            <a:endParaRPr lang="ko-KR" altLang="en-US" sz="675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70B5FAD-91D9-5136-8EC2-B73791B61B2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6847" y="311945"/>
            <a:ext cx="970445" cy="5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966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3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70C0D07-8B9B-7F79-ECEE-08F3ED4D9A77}"/>
              </a:ext>
            </a:extLst>
          </p:cNvPr>
          <p:cNvSpPr/>
          <p:nvPr userDrawn="1"/>
        </p:nvSpPr>
        <p:spPr>
          <a:xfrm>
            <a:off x="0" y="-3359"/>
            <a:ext cx="12192000" cy="980728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F687766E-4112-1C71-1153-BDA3370907C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52122" y="188413"/>
            <a:ext cx="963548" cy="763829"/>
          </a:xfrm>
          <a:prstGeom prst="rect">
            <a:avLst/>
          </a:prstGeom>
        </p:spPr>
      </p:pic>
      <p:cxnSp>
        <p:nvCxnSpPr>
          <p:cNvPr id="16" name="직선 연결선 15"/>
          <p:cNvCxnSpPr>
            <a:cxnSpLocks/>
          </p:cNvCxnSpPr>
          <p:nvPr userDrawn="1"/>
        </p:nvCxnSpPr>
        <p:spPr>
          <a:xfrm>
            <a:off x="501901" y="6251050"/>
            <a:ext cx="11125323" cy="0"/>
          </a:xfrm>
          <a:prstGeom prst="line">
            <a:avLst/>
          </a:prstGeom>
          <a:ln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904883" y="346646"/>
            <a:ext cx="10177131" cy="562074"/>
          </a:xfrm>
        </p:spPr>
        <p:txBody>
          <a:bodyPr>
            <a:noAutofit/>
          </a:bodyPr>
          <a:lstStyle>
            <a:lvl1pPr algn="l">
              <a:defRPr sz="34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ko-KR" altLang="en-US" dirty="0"/>
              <a:t>텍스트 스타일을 편집합니다</a:t>
            </a:r>
          </a:p>
        </p:txBody>
      </p:sp>
      <p:sp>
        <p:nvSpPr>
          <p:cNvPr id="31" name="타원 30"/>
          <p:cNvSpPr/>
          <p:nvPr userDrawn="1"/>
        </p:nvSpPr>
        <p:spPr>
          <a:xfrm>
            <a:off x="368312" y="69338"/>
            <a:ext cx="192021" cy="144016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C0EC649-97C1-B342-C2A3-884307B7EA72}"/>
              </a:ext>
            </a:extLst>
          </p:cNvPr>
          <p:cNvSpPr/>
          <p:nvPr userDrawn="1"/>
        </p:nvSpPr>
        <p:spPr>
          <a:xfrm>
            <a:off x="5686477" y="6350553"/>
            <a:ext cx="6096000" cy="2308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/>
            <a:fld id="{46A5C3F9-5C7D-4EF5-8F53-66B38DB9C20D}" type="slidenum">
              <a:rPr lang="ko-KR" altLang="en-US" sz="900" b="1" smtClean="0">
                <a:solidFill>
                  <a:schemeClr val="accent6">
                    <a:lumMod val="50000"/>
                  </a:schemeClr>
                </a:solidFill>
              </a:rPr>
              <a:pPr algn="r"/>
              <a:t>‹#›</a:t>
            </a:fld>
            <a:endParaRPr lang="ko-KR" altLang="en-US" sz="675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7" name="모서리가 둥근 직사각형 16">
            <a:extLst>
              <a:ext uri="{FF2B5EF4-FFF2-40B4-BE49-F238E27FC236}">
                <a16:creationId xmlns:a16="http://schemas.microsoft.com/office/drawing/2014/main" id="{D9922996-39A1-D144-2529-4EE6920C524F}"/>
              </a:ext>
            </a:extLst>
          </p:cNvPr>
          <p:cNvSpPr/>
          <p:nvPr userDrawn="1"/>
        </p:nvSpPr>
        <p:spPr>
          <a:xfrm>
            <a:off x="10544174" y="83680"/>
            <a:ext cx="1024433" cy="218397"/>
          </a:xfrm>
          <a:prstGeom prst="roundRect">
            <a:avLst/>
          </a:prstGeom>
          <a:noFill/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FF4CCE-76D5-FB87-7563-41F1390CD823}"/>
              </a:ext>
            </a:extLst>
          </p:cNvPr>
          <p:cNvSpPr txBox="1"/>
          <p:nvPr userDrawn="1"/>
        </p:nvSpPr>
        <p:spPr>
          <a:xfrm>
            <a:off x="10582275" y="90475"/>
            <a:ext cx="986332" cy="196208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75" spc="0" dirty="0">
                <a:solidFill>
                  <a:schemeClr val="bg1"/>
                </a:solidFill>
                <a:latin typeface="+mn-ea"/>
                <a:ea typeface="+mn-ea"/>
              </a:rPr>
              <a:t>Welcome</a:t>
            </a:r>
            <a:r>
              <a:rPr lang="en-US" altLang="ko-KR" sz="675" spc="0" baseline="0" dirty="0">
                <a:solidFill>
                  <a:schemeClr val="bg1"/>
                </a:solidFill>
                <a:latin typeface="+mn-ea"/>
                <a:ea typeface="+mn-ea"/>
              </a:rPr>
              <a:t> to Python</a:t>
            </a:r>
            <a:endParaRPr lang="ko-KR" altLang="en-US" sz="675" spc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04A0A25-03E6-68C0-D458-43887041AE2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6847" y="311945"/>
            <a:ext cx="970445" cy="5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769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3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D7590359-BB23-F0F2-D6AB-13043CD4CA6F}"/>
              </a:ext>
            </a:extLst>
          </p:cNvPr>
          <p:cNvSpPr/>
          <p:nvPr userDrawn="1"/>
        </p:nvSpPr>
        <p:spPr>
          <a:xfrm>
            <a:off x="0" y="-3359"/>
            <a:ext cx="12192000" cy="980728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AD178D0-9D0B-D7BF-4359-941B74EE8BC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52122" y="188413"/>
            <a:ext cx="963548" cy="763829"/>
          </a:xfrm>
          <a:prstGeom prst="rect">
            <a:avLst/>
          </a:prstGeom>
        </p:spPr>
      </p:pic>
      <p:sp>
        <p:nvSpPr>
          <p:cNvPr id="9" name="타원 8">
            <a:extLst>
              <a:ext uri="{FF2B5EF4-FFF2-40B4-BE49-F238E27FC236}">
                <a16:creationId xmlns:a16="http://schemas.microsoft.com/office/drawing/2014/main" id="{70B40FF4-AB01-1A8B-4ABD-88F6BAEAFD55}"/>
              </a:ext>
            </a:extLst>
          </p:cNvPr>
          <p:cNvSpPr/>
          <p:nvPr userDrawn="1"/>
        </p:nvSpPr>
        <p:spPr>
          <a:xfrm>
            <a:off x="368312" y="69338"/>
            <a:ext cx="192021" cy="144016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14" name="모서리가 둥근 직사각형 16">
            <a:extLst>
              <a:ext uri="{FF2B5EF4-FFF2-40B4-BE49-F238E27FC236}">
                <a16:creationId xmlns:a16="http://schemas.microsoft.com/office/drawing/2014/main" id="{FD3DA280-44CE-4EC9-F4DF-93D05602707F}"/>
              </a:ext>
            </a:extLst>
          </p:cNvPr>
          <p:cNvSpPr/>
          <p:nvPr userDrawn="1"/>
        </p:nvSpPr>
        <p:spPr>
          <a:xfrm>
            <a:off x="10544174" y="83680"/>
            <a:ext cx="1024433" cy="218397"/>
          </a:xfrm>
          <a:prstGeom prst="roundRect">
            <a:avLst/>
          </a:prstGeom>
          <a:noFill/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61D8060-B0F5-0224-2109-C51C1E77C3DE}"/>
              </a:ext>
            </a:extLst>
          </p:cNvPr>
          <p:cNvSpPr txBox="1"/>
          <p:nvPr userDrawn="1"/>
        </p:nvSpPr>
        <p:spPr>
          <a:xfrm>
            <a:off x="10582275" y="90475"/>
            <a:ext cx="1024433" cy="196208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75" spc="0" dirty="0">
                <a:solidFill>
                  <a:schemeClr val="bg1"/>
                </a:solidFill>
                <a:latin typeface="+mn-ea"/>
                <a:ea typeface="+mn-ea"/>
              </a:rPr>
              <a:t>Welcome</a:t>
            </a:r>
            <a:r>
              <a:rPr lang="en-US" altLang="ko-KR" sz="675" spc="0" baseline="0" dirty="0">
                <a:solidFill>
                  <a:schemeClr val="bg1"/>
                </a:solidFill>
                <a:latin typeface="+mn-ea"/>
                <a:ea typeface="+mn-ea"/>
              </a:rPr>
              <a:t> to Python</a:t>
            </a:r>
            <a:endParaRPr lang="ko-KR" altLang="en-US" sz="675" spc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F8E4CDDD-6B66-CD7E-416E-ACDEDDF42BD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6847" y="311945"/>
            <a:ext cx="970445" cy="576300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1007437" y="1124744"/>
            <a:ext cx="10177129" cy="576064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 b="1">
                <a:solidFill>
                  <a:srgbClr val="385723"/>
                </a:solidFill>
              </a:defRPr>
            </a:lvl1pPr>
          </a:lstStyle>
          <a:p>
            <a:pPr lvl="0"/>
            <a:r>
              <a:rPr lang="ko-KR" altLang="en-US" dirty="0"/>
              <a:t>텍스트 스타일을 편집합니다</a:t>
            </a:r>
          </a:p>
        </p:txBody>
      </p:sp>
      <p:cxnSp>
        <p:nvCxnSpPr>
          <p:cNvPr id="16" name="직선 연결선 15"/>
          <p:cNvCxnSpPr>
            <a:cxnSpLocks/>
          </p:cNvCxnSpPr>
          <p:nvPr userDrawn="1"/>
        </p:nvCxnSpPr>
        <p:spPr>
          <a:xfrm>
            <a:off x="501901" y="6251050"/>
            <a:ext cx="11125323" cy="0"/>
          </a:xfrm>
          <a:prstGeom prst="line">
            <a:avLst/>
          </a:prstGeom>
          <a:ln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905835" y="346646"/>
            <a:ext cx="10177131" cy="562074"/>
          </a:xfrm>
        </p:spPr>
        <p:txBody>
          <a:bodyPr>
            <a:noAutofit/>
          </a:bodyPr>
          <a:lstStyle>
            <a:lvl1pPr algn="l">
              <a:defRPr sz="34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ko-KR" altLang="en-US" dirty="0"/>
              <a:t>텍스트 스타일을 편집합니다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C0EC649-97C1-B342-C2A3-884307B7EA72}"/>
              </a:ext>
            </a:extLst>
          </p:cNvPr>
          <p:cNvSpPr/>
          <p:nvPr userDrawn="1"/>
        </p:nvSpPr>
        <p:spPr>
          <a:xfrm>
            <a:off x="5686477" y="6350553"/>
            <a:ext cx="6096000" cy="2308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/>
            <a:fld id="{46A5C3F9-5C7D-4EF5-8F53-66B38DB9C20D}" type="slidenum">
              <a:rPr lang="ko-KR" altLang="en-US" sz="900" b="1" smtClean="0">
                <a:solidFill>
                  <a:schemeClr val="accent6">
                    <a:lumMod val="50000"/>
                  </a:schemeClr>
                </a:solidFill>
              </a:rPr>
              <a:pPr algn="r"/>
              <a:t>‹#›</a:t>
            </a:fld>
            <a:endParaRPr lang="ko-KR" altLang="en-US" sz="675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1" name="내용 개체 틀 2">
            <a:extLst>
              <a:ext uri="{FF2B5EF4-FFF2-40B4-BE49-F238E27FC236}">
                <a16:creationId xmlns:a16="http://schemas.microsoft.com/office/drawing/2014/main" id="{480B8AFC-1442-2A41-38E6-098E199D644B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067257" y="1700809"/>
            <a:ext cx="10014757" cy="4345428"/>
          </a:xfrm>
        </p:spPr>
        <p:txBody>
          <a:bodyPr>
            <a:noAutofit/>
          </a:bodyPr>
          <a:lstStyle>
            <a:lvl1pPr marL="179388" indent="-179388">
              <a:lnSpc>
                <a:spcPct val="120000"/>
              </a:lnSpc>
              <a:spcBef>
                <a:spcPts val="480"/>
              </a:spcBef>
              <a:buClr>
                <a:schemeClr val="accent6"/>
              </a:buClr>
              <a:buFont typeface="Arial" pitchFamily="34" charset="0"/>
              <a:buChar char="•"/>
              <a:defRPr sz="2000"/>
            </a:lvl1pPr>
            <a:lvl2pPr marL="360363" indent="-180975">
              <a:buClr>
                <a:schemeClr val="accent6">
                  <a:lumMod val="75000"/>
                </a:schemeClr>
              </a:buClr>
              <a:buFont typeface="맑은 고딕" panose="020B0503020000020004" pitchFamily="50" charset="-127"/>
              <a:buChar char="-"/>
              <a:defRPr sz="1800"/>
            </a:lvl2pPr>
          </a:lstStyle>
          <a:p>
            <a:pPr lvl="0"/>
            <a:r>
              <a:rPr lang="ko-KR" altLang="en-US" dirty="0"/>
              <a:t>텍스트 스타일을 편집합니다</a:t>
            </a:r>
            <a:endParaRPr lang="en-US" altLang="ko-KR" dirty="0"/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50739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3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70C0D07-8B9B-7F79-ECEE-08F3ED4D9A77}"/>
              </a:ext>
            </a:extLst>
          </p:cNvPr>
          <p:cNvSpPr/>
          <p:nvPr userDrawn="1"/>
        </p:nvSpPr>
        <p:spPr>
          <a:xfrm>
            <a:off x="0" y="-3359"/>
            <a:ext cx="12192000" cy="98072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F687766E-4112-1C71-1153-BDA3370907C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52122" y="188413"/>
            <a:ext cx="963548" cy="763829"/>
          </a:xfrm>
          <a:prstGeom prst="rect">
            <a:avLst/>
          </a:prstGeom>
        </p:spPr>
      </p:pic>
      <p:sp>
        <p:nvSpPr>
          <p:cNvPr id="11" name="내용 개체 틀 2"/>
          <p:cNvSpPr>
            <a:spLocks noGrp="1"/>
          </p:cNvSpPr>
          <p:nvPr>
            <p:ph idx="14" hasCustomPrompt="1"/>
          </p:nvPr>
        </p:nvSpPr>
        <p:spPr>
          <a:xfrm>
            <a:off x="1067257" y="1128237"/>
            <a:ext cx="10014757" cy="4917999"/>
          </a:xfrm>
        </p:spPr>
        <p:txBody>
          <a:bodyPr>
            <a:noAutofit/>
          </a:bodyPr>
          <a:lstStyle>
            <a:lvl1pPr marL="179388" indent="-179388">
              <a:lnSpc>
                <a:spcPct val="120000"/>
              </a:lnSpc>
              <a:spcBef>
                <a:spcPts val="480"/>
              </a:spcBef>
              <a:buClr>
                <a:schemeClr val="accent6"/>
              </a:buClr>
              <a:buFont typeface="Arial" pitchFamily="34" charset="0"/>
              <a:buChar char="•"/>
              <a:defRPr sz="2000"/>
            </a:lvl1pPr>
            <a:lvl2pPr marL="360363" indent="-180975">
              <a:buClr>
                <a:schemeClr val="accent6">
                  <a:lumMod val="75000"/>
                </a:schemeClr>
              </a:buClr>
              <a:buFont typeface="맑은 고딕" panose="020B0503020000020004" pitchFamily="50" charset="-127"/>
              <a:buChar char="-"/>
              <a:defRPr sz="1800"/>
            </a:lvl2pPr>
          </a:lstStyle>
          <a:p>
            <a:pPr lvl="0"/>
            <a:r>
              <a:rPr lang="ko-KR" altLang="en-US" dirty="0"/>
              <a:t>텍스트 스타일을 편집합니다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cxnSp>
        <p:nvCxnSpPr>
          <p:cNvPr id="16" name="직선 연결선 15"/>
          <p:cNvCxnSpPr>
            <a:cxnSpLocks/>
          </p:cNvCxnSpPr>
          <p:nvPr userDrawn="1"/>
        </p:nvCxnSpPr>
        <p:spPr>
          <a:xfrm>
            <a:off x="501901" y="6251050"/>
            <a:ext cx="11125323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904883" y="346646"/>
            <a:ext cx="10177131" cy="562074"/>
          </a:xfrm>
        </p:spPr>
        <p:txBody>
          <a:bodyPr>
            <a:noAutofit/>
          </a:bodyPr>
          <a:lstStyle>
            <a:lvl1pPr algn="l">
              <a:defRPr sz="34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ko-KR" altLang="en-US" dirty="0"/>
              <a:t>텍스트 스타일을 편집합니다</a:t>
            </a:r>
          </a:p>
        </p:txBody>
      </p:sp>
      <p:sp>
        <p:nvSpPr>
          <p:cNvPr id="31" name="타원 30"/>
          <p:cNvSpPr/>
          <p:nvPr userDrawn="1"/>
        </p:nvSpPr>
        <p:spPr>
          <a:xfrm>
            <a:off x="368312" y="69338"/>
            <a:ext cx="192021" cy="144016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17" name="모서리가 둥근 직사각형 16"/>
          <p:cNvSpPr/>
          <p:nvPr userDrawn="1"/>
        </p:nvSpPr>
        <p:spPr>
          <a:xfrm>
            <a:off x="10544174" y="83680"/>
            <a:ext cx="1024433" cy="218397"/>
          </a:xfrm>
          <a:prstGeom prst="roundRect">
            <a:avLst/>
          </a:prstGeom>
          <a:noFill/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19" name="TextBox 18"/>
          <p:cNvSpPr txBox="1"/>
          <p:nvPr userDrawn="1"/>
        </p:nvSpPr>
        <p:spPr>
          <a:xfrm>
            <a:off x="10582275" y="90475"/>
            <a:ext cx="1038454" cy="196208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75" spc="0" dirty="0">
                <a:solidFill>
                  <a:schemeClr val="tx1"/>
                </a:solidFill>
                <a:latin typeface="+mn-ea"/>
                <a:ea typeface="+mn-ea"/>
              </a:rPr>
              <a:t>Welcome</a:t>
            </a:r>
            <a:r>
              <a:rPr lang="en-US" altLang="ko-KR" sz="675" spc="0" baseline="0" dirty="0">
                <a:solidFill>
                  <a:schemeClr val="tx1"/>
                </a:solidFill>
                <a:latin typeface="+mn-ea"/>
                <a:ea typeface="+mn-ea"/>
              </a:rPr>
              <a:t> to Python</a:t>
            </a:r>
            <a:endParaRPr lang="ko-KR" altLang="en-US" sz="675" spc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C0EC649-97C1-B342-C2A3-884307B7EA72}"/>
              </a:ext>
            </a:extLst>
          </p:cNvPr>
          <p:cNvSpPr/>
          <p:nvPr userDrawn="1"/>
        </p:nvSpPr>
        <p:spPr>
          <a:xfrm>
            <a:off x="5686477" y="6350553"/>
            <a:ext cx="6096000" cy="2308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/>
            <a:fld id="{46A5C3F9-5C7D-4EF5-8F53-66B38DB9C20D}" type="slidenum">
              <a:rPr lang="ko-KR" altLang="en-US" sz="900" b="1" smtClean="0">
                <a:solidFill>
                  <a:schemeClr val="accent6">
                    <a:lumMod val="50000"/>
                  </a:schemeClr>
                </a:solidFill>
              </a:rPr>
              <a:pPr algn="r"/>
              <a:t>‹#›</a:t>
            </a:fld>
            <a:endParaRPr lang="ko-KR" altLang="en-US" sz="675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70B5FAD-91D9-5136-8EC2-B73791B61B2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6847" y="311945"/>
            <a:ext cx="970445" cy="5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403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3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9E555-41BD-4F42-BACD-260A3D2E8810}" type="datetimeFigureOut">
              <a:rPr lang="ko-KR" altLang="en-US" smtClean="0"/>
              <a:t>2024-11-05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3DECF-8BA1-4923-867C-64FAB5EDD4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5747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9E555-41BD-4F42-BACD-260A3D2E8810}" type="datetimeFigureOut">
              <a:rPr lang="ko-KR" altLang="en-US" smtClean="0"/>
              <a:t>2024-11-05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3DECF-8BA1-4923-867C-64FAB5EDD4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8094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19E555-41BD-4F42-BACD-260A3D2E8810}" type="datetimeFigureOut">
              <a:rPr lang="ko-KR" altLang="en-US" smtClean="0"/>
              <a:t>2024-11-05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A3DECF-8BA1-4923-867C-64FAB5EDD4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4874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62" r:id="rId4"/>
    <p:sldLayoutId id="2147483663" r:id="rId5"/>
    <p:sldLayoutId id="2147483650" r:id="rId6"/>
    <p:sldLayoutId id="2147483655" r:id="rId7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7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 txBox="1">
            <a:spLocks/>
          </p:cNvSpPr>
          <p:nvPr/>
        </p:nvSpPr>
        <p:spPr>
          <a:xfrm>
            <a:off x="6284285" y="3147963"/>
            <a:ext cx="5488615" cy="56207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altLang="ko-KR" sz="3600" b="1" dirty="0">
                <a:solidFill>
                  <a:schemeClr val="accent6">
                    <a:lumMod val="50000"/>
                  </a:schemeClr>
                </a:solidFill>
              </a:rPr>
              <a:t>9</a:t>
            </a:r>
            <a:r>
              <a:rPr lang="ko-KR" altLang="en-US" sz="3600" b="1" dirty="0" smtClean="0">
                <a:solidFill>
                  <a:schemeClr val="accent6">
                    <a:lumMod val="50000"/>
                  </a:schemeClr>
                </a:solidFill>
              </a:rPr>
              <a:t>장</a:t>
            </a:r>
            <a:r>
              <a:rPr lang="ko-KR" altLang="en-US" sz="3600" b="1" dirty="0" smtClean="0"/>
              <a:t> 예외 처리와 파일</a:t>
            </a:r>
            <a:endParaRPr lang="en-US" altLang="ko-KR" sz="3600" b="1" dirty="0"/>
          </a:p>
        </p:txBody>
      </p:sp>
    </p:spTree>
    <p:extLst>
      <p:ext uri="{BB962C8B-B14F-4D97-AF65-F5344CB8AC3E}">
        <p14:creationId xmlns:p14="http://schemas.microsoft.com/office/powerpoint/2010/main" val="5939796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8466"/>
    </mc:Choice>
    <mc:Fallback>
      <p:transition spd="slow" advTm="28466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558422" y="517586"/>
            <a:ext cx="11088265" cy="5777447"/>
            <a:chOff x="1043098" y="4462353"/>
            <a:chExt cx="7006545" cy="1832681"/>
          </a:xfrm>
        </p:grpSpPr>
        <p:sp>
          <p:nvSpPr>
            <p:cNvPr id="3" name="모서리가 둥근 직사각형 2"/>
            <p:cNvSpPr/>
            <p:nvPr/>
          </p:nvSpPr>
          <p:spPr>
            <a:xfrm>
              <a:off x="1043098" y="4462353"/>
              <a:ext cx="1081140" cy="183886"/>
            </a:xfrm>
            <a:custGeom>
              <a:avLst/>
              <a:gdLst>
                <a:gd name="connsiteX0" fmla="*/ 0 w 1080120"/>
                <a:gd name="connsiteY0" fmla="*/ 60008 h 360040"/>
                <a:gd name="connsiteX1" fmla="*/ 60008 w 1080120"/>
                <a:gd name="connsiteY1" fmla="*/ 0 h 360040"/>
                <a:gd name="connsiteX2" fmla="*/ 1020112 w 1080120"/>
                <a:gd name="connsiteY2" fmla="*/ 0 h 360040"/>
                <a:gd name="connsiteX3" fmla="*/ 1080120 w 1080120"/>
                <a:gd name="connsiteY3" fmla="*/ 60008 h 360040"/>
                <a:gd name="connsiteX4" fmla="*/ 1080120 w 1080120"/>
                <a:gd name="connsiteY4" fmla="*/ 300032 h 360040"/>
                <a:gd name="connsiteX5" fmla="*/ 1020112 w 1080120"/>
                <a:gd name="connsiteY5" fmla="*/ 360040 h 360040"/>
                <a:gd name="connsiteX6" fmla="*/ 60008 w 1080120"/>
                <a:gd name="connsiteY6" fmla="*/ 360040 h 360040"/>
                <a:gd name="connsiteX7" fmla="*/ 0 w 1080120"/>
                <a:gd name="connsiteY7" fmla="*/ 300032 h 360040"/>
                <a:gd name="connsiteX8" fmla="*/ 0 w 1080120"/>
                <a:gd name="connsiteY8" fmla="*/ 60008 h 360040"/>
                <a:gd name="connsiteX0" fmla="*/ 0 w 1080630"/>
                <a:gd name="connsiteY0" fmla="*/ 60008 h 360040"/>
                <a:gd name="connsiteX1" fmla="*/ 60008 w 1080630"/>
                <a:gd name="connsiteY1" fmla="*/ 0 h 360040"/>
                <a:gd name="connsiteX2" fmla="*/ 1020112 w 1080630"/>
                <a:gd name="connsiteY2" fmla="*/ 0 h 360040"/>
                <a:gd name="connsiteX3" fmla="*/ 1080120 w 1080630"/>
                <a:gd name="connsiteY3" fmla="*/ 60008 h 360040"/>
                <a:gd name="connsiteX4" fmla="*/ 1080120 w 1080630"/>
                <a:gd name="connsiteY4" fmla="*/ 300032 h 360040"/>
                <a:gd name="connsiteX5" fmla="*/ 1053449 w 1080630"/>
                <a:gd name="connsiteY5" fmla="*/ 360040 h 360040"/>
                <a:gd name="connsiteX6" fmla="*/ 60008 w 1080630"/>
                <a:gd name="connsiteY6" fmla="*/ 360040 h 360040"/>
                <a:gd name="connsiteX7" fmla="*/ 0 w 1080630"/>
                <a:gd name="connsiteY7" fmla="*/ 300032 h 360040"/>
                <a:gd name="connsiteX8" fmla="*/ 0 w 1080630"/>
                <a:gd name="connsiteY8" fmla="*/ 60008 h 360040"/>
                <a:gd name="connsiteX0" fmla="*/ 510 w 1081140"/>
                <a:gd name="connsiteY0" fmla="*/ 60008 h 362421"/>
                <a:gd name="connsiteX1" fmla="*/ 60518 w 1081140"/>
                <a:gd name="connsiteY1" fmla="*/ 0 h 362421"/>
                <a:gd name="connsiteX2" fmla="*/ 1020622 w 1081140"/>
                <a:gd name="connsiteY2" fmla="*/ 0 h 362421"/>
                <a:gd name="connsiteX3" fmla="*/ 1080630 w 1081140"/>
                <a:gd name="connsiteY3" fmla="*/ 60008 h 362421"/>
                <a:gd name="connsiteX4" fmla="*/ 1080630 w 1081140"/>
                <a:gd name="connsiteY4" fmla="*/ 300032 h 362421"/>
                <a:gd name="connsiteX5" fmla="*/ 1053959 w 1081140"/>
                <a:gd name="connsiteY5" fmla="*/ 360040 h 362421"/>
                <a:gd name="connsiteX6" fmla="*/ 27180 w 1081140"/>
                <a:gd name="connsiteY6" fmla="*/ 362421 h 362421"/>
                <a:gd name="connsiteX7" fmla="*/ 510 w 1081140"/>
                <a:gd name="connsiteY7" fmla="*/ 300032 h 362421"/>
                <a:gd name="connsiteX8" fmla="*/ 510 w 1081140"/>
                <a:gd name="connsiteY8" fmla="*/ 60008 h 36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1140" h="362421">
                  <a:moveTo>
                    <a:pt x="510" y="60008"/>
                  </a:moveTo>
                  <a:cubicBezTo>
                    <a:pt x="510" y="26866"/>
                    <a:pt x="27376" y="0"/>
                    <a:pt x="60518" y="0"/>
                  </a:cubicBezTo>
                  <a:lnTo>
                    <a:pt x="1020622" y="0"/>
                  </a:lnTo>
                  <a:cubicBezTo>
                    <a:pt x="1053764" y="0"/>
                    <a:pt x="1080630" y="26866"/>
                    <a:pt x="1080630" y="60008"/>
                  </a:cubicBezTo>
                  <a:lnTo>
                    <a:pt x="1080630" y="300032"/>
                  </a:lnTo>
                  <a:cubicBezTo>
                    <a:pt x="1080630" y="333174"/>
                    <a:pt x="1087101" y="360040"/>
                    <a:pt x="1053959" y="360040"/>
                  </a:cubicBezTo>
                  <a:lnTo>
                    <a:pt x="27180" y="362421"/>
                  </a:lnTo>
                  <a:cubicBezTo>
                    <a:pt x="-5962" y="362421"/>
                    <a:pt x="510" y="333174"/>
                    <a:pt x="510" y="300032"/>
                  </a:cubicBezTo>
                  <a:lnTo>
                    <a:pt x="510" y="60008"/>
                  </a:lnTo>
                  <a:close/>
                </a:path>
              </a:pathLst>
            </a:custGeom>
            <a:solidFill>
              <a:srgbClr val="598377">
                <a:alpha val="2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4" name="그룹 3"/>
            <p:cNvGrpSpPr/>
            <p:nvPr/>
          </p:nvGrpSpPr>
          <p:grpSpPr>
            <a:xfrm>
              <a:off x="1043608" y="4481073"/>
              <a:ext cx="7006035" cy="1813961"/>
              <a:chOff x="643260" y="2641203"/>
              <a:chExt cx="7006035" cy="1813961"/>
            </a:xfrm>
          </p:grpSpPr>
          <p:sp>
            <p:nvSpPr>
              <p:cNvPr id="5" name="직사각형 4"/>
              <p:cNvSpPr/>
              <p:nvPr/>
            </p:nvSpPr>
            <p:spPr>
              <a:xfrm>
                <a:off x="736015" y="2641203"/>
                <a:ext cx="894610" cy="1464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ko-KR" altLang="en-US" sz="2400" b="1" dirty="0">
                    <a:gradFill flip="none" rotWithShape="1">
                      <a:gsLst>
                        <a:gs pos="0">
                          <a:schemeClr val="tx2">
                            <a:lumMod val="75000"/>
                            <a:shade val="30000"/>
                            <a:satMod val="115000"/>
                          </a:schemeClr>
                        </a:gs>
                        <a:gs pos="50000">
                          <a:schemeClr val="tx2">
                            <a:lumMod val="75000"/>
                            <a:shade val="67500"/>
                            <a:satMod val="115000"/>
                          </a:schemeClr>
                        </a:gs>
                        <a:gs pos="100000">
                          <a:schemeClr val="tx2">
                            <a:lumMod val="75000"/>
                            <a:shade val="100000"/>
                            <a:satMod val="115000"/>
                          </a:schemeClr>
                        </a:gs>
                      </a:gsLst>
                      <a:lin ang="16200000" scaled="1"/>
                      <a:tileRect/>
                    </a:gra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학습목표</a:t>
                </a:r>
                <a:endParaRPr lang="en-US" altLang="ko-KR" sz="2400" b="1" dirty="0">
                  <a:gradFill flip="none" rotWithShape="1">
                    <a:gsLst>
                      <a:gs pos="0">
                        <a:schemeClr val="tx2">
                          <a:lumMod val="75000"/>
                          <a:shade val="30000"/>
                          <a:satMod val="115000"/>
                        </a:schemeClr>
                      </a:gs>
                      <a:gs pos="50000">
                        <a:schemeClr val="tx2">
                          <a:lumMod val="75000"/>
                          <a:shade val="67500"/>
                          <a:satMod val="115000"/>
                        </a:schemeClr>
                      </a:gs>
                      <a:gs pos="100000">
                        <a:schemeClr val="tx2">
                          <a:lumMod val="75000"/>
                          <a:shade val="100000"/>
                          <a:satMod val="115000"/>
                        </a:schemeClr>
                      </a:gs>
                    </a:gsLst>
                    <a:lin ang="16200000" scaled="1"/>
                    <a:tileRect/>
                  </a:gra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6" name="직사각형 32"/>
              <p:cNvSpPr/>
              <p:nvPr/>
            </p:nvSpPr>
            <p:spPr>
              <a:xfrm>
                <a:off x="643260" y="2806369"/>
                <a:ext cx="6984776" cy="1648795"/>
              </a:xfrm>
              <a:prstGeom prst="roundRect">
                <a:avLst>
                  <a:gd name="adj" fmla="val 2291"/>
                </a:avLst>
              </a:prstGeom>
              <a:solidFill>
                <a:schemeClr val="bg1">
                  <a:lumMod val="95000"/>
                  <a:alpha val="32941"/>
                </a:schemeClr>
              </a:solidFill>
              <a:ln w="38100">
                <a:solidFill>
                  <a:srgbClr val="E4E4E4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7" name="직사각형 23"/>
              <p:cNvSpPr>
                <a:spLocks noChangeArrowheads="1"/>
              </p:cNvSpPr>
              <p:nvPr/>
            </p:nvSpPr>
            <p:spPr bwMode="auto">
              <a:xfrm>
                <a:off x="736015" y="2884759"/>
                <a:ext cx="6913280" cy="10251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marL="0" lvl="1">
                  <a:spcBef>
                    <a:spcPts val="600"/>
                  </a:spcBef>
                  <a:spcAft>
                    <a:spcPts val="300"/>
                  </a:spcAft>
                  <a:defRPr/>
                </a:pPr>
                <a:r>
                  <a:rPr lang="en-US" altLang="ko-KR" sz="1600" spc="-100" dirty="0"/>
                  <a:t>• </a:t>
                </a:r>
                <a:r>
                  <a:rPr lang="ko-KR" altLang="en-US" sz="1600" dirty="0"/>
                  <a:t>프로그램 작성 시 발생 가능한 구문 오류와 예외에 대해 알아본다</a:t>
                </a:r>
                <a:r>
                  <a:rPr lang="en-US" altLang="ko-KR" sz="1600" dirty="0"/>
                  <a:t>. </a:t>
                </a:r>
              </a:p>
              <a:p>
                <a:pPr marL="0" lvl="1">
                  <a:spcBef>
                    <a:spcPts val="600"/>
                  </a:spcBef>
                  <a:spcAft>
                    <a:spcPts val="300"/>
                  </a:spcAft>
                  <a:defRPr/>
                </a:pPr>
                <a:r>
                  <a:rPr lang="en-US" altLang="ko-KR" sz="1600" dirty="0"/>
                  <a:t>• </a:t>
                </a:r>
                <a:r>
                  <a:rPr lang="ko-KR" altLang="en-US" sz="1600" dirty="0"/>
                  <a:t>프로그램이 문법적으로 올바르더라도 발생할 수 있는 예외에 대해서 살펴본다</a:t>
                </a:r>
                <a:r>
                  <a:rPr lang="en-US" altLang="ko-KR" sz="1600" dirty="0"/>
                  <a:t>. </a:t>
                </a:r>
              </a:p>
              <a:p>
                <a:pPr marL="0" lvl="1">
                  <a:spcBef>
                    <a:spcPts val="600"/>
                  </a:spcBef>
                  <a:spcAft>
                    <a:spcPts val="300"/>
                  </a:spcAft>
                  <a:defRPr/>
                </a:pPr>
                <a:r>
                  <a:rPr lang="en-US" altLang="ko-KR" sz="1600" dirty="0"/>
                  <a:t>• </a:t>
                </a:r>
                <a:r>
                  <a:rPr lang="ko-KR" altLang="en-US" sz="1600" dirty="0"/>
                  <a:t>예외를 처리하기 위해서 </a:t>
                </a:r>
                <a:r>
                  <a:rPr lang="en-US" altLang="ko-KR" sz="1600" dirty="0"/>
                  <a:t>try-except </a:t>
                </a:r>
                <a:r>
                  <a:rPr lang="ko-KR" altLang="en-US" sz="1600" dirty="0"/>
                  <a:t>문에 대해서 배워보고 직접 활용할 수 있다</a:t>
                </a:r>
                <a:r>
                  <a:rPr lang="en-US" altLang="ko-KR" sz="1600" dirty="0"/>
                  <a:t>. </a:t>
                </a:r>
              </a:p>
              <a:p>
                <a:pPr marL="0" lvl="1">
                  <a:spcBef>
                    <a:spcPts val="600"/>
                  </a:spcBef>
                  <a:spcAft>
                    <a:spcPts val="300"/>
                  </a:spcAft>
                  <a:defRPr/>
                </a:pPr>
                <a:r>
                  <a:rPr lang="en-US" altLang="ko-KR" sz="1600" dirty="0"/>
                  <a:t>• </a:t>
                </a:r>
                <a:r>
                  <a:rPr lang="ko-KR" altLang="en-US" sz="1600" dirty="0" err="1"/>
                  <a:t>파이썬에서</a:t>
                </a:r>
                <a:r>
                  <a:rPr lang="ko-KR" altLang="en-US" sz="1600" dirty="0"/>
                  <a:t> 제공하는 예외 이외의 예외를 발생시킬 때에 사용할 수 있는 </a:t>
                </a:r>
                <a:r>
                  <a:rPr lang="en-US" altLang="ko-KR" sz="1600" dirty="0"/>
                  <a:t>raise </a:t>
                </a:r>
                <a:r>
                  <a:rPr lang="ko-KR" altLang="en-US" sz="1600" dirty="0"/>
                  <a:t>문에 대해서 이해하고 활용한다</a:t>
                </a:r>
                <a:r>
                  <a:rPr lang="en-US" altLang="ko-KR" sz="1600" dirty="0"/>
                  <a:t>. </a:t>
                </a:r>
              </a:p>
              <a:p>
                <a:pPr marL="0" lvl="1">
                  <a:spcBef>
                    <a:spcPts val="600"/>
                  </a:spcBef>
                  <a:spcAft>
                    <a:spcPts val="300"/>
                  </a:spcAft>
                  <a:defRPr/>
                </a:pPr>
                <a:r>
                  <a:rPr lang="en-US" altLang="ko-KR" sz="1600" dirty="0"/>
                  <a:t>• </a:t>
                </a:r>
                <a:r>
                  <a:rPr lang="ko-KR" altLang="en-US" sz="1600" dirty="0"/>
                  <a:t>파일의 개념에 대해 이해한다</a:t>
                </a:r>
                <a:r>
                  <a:rPr lang="en-US" altLang="ko-KR" sz="1600" dirty="0"/>
                  <a:t>. </a:t>
                </a:r>
              </a:p>
              <a:p>
                <a:pPr marL="0" lvl="1">
                  <a:spcBef>
                    <a:spcPts val="600"/>
                  </a:spcBef>
                  <a:spcAft>
                    <a:spcPts val="300"/>
                  </a:spcAft>
                  <a:defRPr/>
                </a:pPr>
                <a:r>
                  <a:rPr lang="en-US" altLang="ko-KR" sz="1600" dirty="0"/>
                  <a:t>• </a:t>
                </a:r>
                <a:r>
                  <a:rPr lang="ko-KR" altLang="en-US" sz="1600" dirty="0"/>
                  <a:t>파일 입력과 출력을 위한 함수에 대해 알아보고 이들을 이용하여 파일을 생성하고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저장하고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읽어 들일 수 있다</a:t>
                </a:r>
                <a:r>
                  <a:rPr lang="en-US" altLang="ko-KR" sz="1600" dirty="0"/>
                  <a:t>. </a:t>
                </a:r>
              </a:p>
              <a:p>
                <a:pPr marL="0" lvl="1">
                  <a:spcBef>
                    <a:spcPts val="600"/>
                  </a:spcBef>
                  <a:spcAft>
                    <a:spcPts val="300"/>
                  </a:spcAft>
                  <a:defRPr/>
                </a:pPr>
                <a:r>
                  <a:rPr lang="en-US" altLang="ko-KR" sz="1600" dirty="0"/>
                  <a:t>• </a:t>
                </a:r>
                <a:r>
                  <a:rPr lang="ko-KR" altLang="en-US" sz="1600" dirty="0"/>
                  <a:t>파일의 다룰 때에 사용되는 파일 입출력 모드에 대해 이해한다</a:t>
                </a:r>
                <a:r>
                  <a:rPr lang="en-US" altLang="ko-KR" sz="1600" dirty="0"/>
                  <a:t>. </a:t>
                </a:r>
              </a:p>
              <a:p>
                <a:pPr marL="0" lvl="1">
                  <a:spcBef>
                    <a:spcPts val="600"/>
                  </a:spcBef>
                  <a:spcAft>
                    <a:spcPts val="300"/>
                  </a:spcAft>
                  <a:defRPr/>
                </a:pPr>
                <a:r>
                  <a:rPr lang="en-US" altLang="ko-KR" sz="1600" dirty="0"/>
                  <a:t>• </a:t>
                </a:r>
                <a:r>
                  <a:rPr lang="ko-KR" altLang="en-US" sz="1600" dirty="0"/>
                  <a:t>파일 입출력 시 발생 가능한 예외에 대하여 알아본다</a:t>
                </a:r>
                <a:r>
                  <a:rPr lang="en-US" altLang="ko-KR" sz="1600" dirty="0"/>
                  <a:t>. </a:t>
                </a:r>
              </a:p>
              <a:p>
                <a:pPr marL="0" lvl="1">
                  <a:spcBef>
                    <a:spcPts val="600"/>
                  </a:spcBef>
                  <a:spcAft>
                    <a:spcPts val="300"/>
                  </a:spcAft>
                  <a:defRPr/>
                </a:pPr>
                <a:r>
                  <a:rPr lang="en-US" altLang="ko-KR" sz="1600" dirty="0"/>
                  <a:t>• </a:t>
                </a:r>
                <a:r>
                  <a:rPr lang="ko-KR" altLang="en-US" sz="1600" dirty="0"/>
                  <a:t>파일과 관련된 코드를 더욱 효율적으로 구현할 수 있도록 도와주는 </a:t>
                </a:r>
                <a:r>
                  <a:rPr lang="en-US" altLang="ko-KR" sz="1600" dirty="0"/>
                  <a:t>with </a:t>
                </a:r>
                <a:r>
                  <a:rPr lang="ko-KR" altLang="en-US" sz="1600" dirty="0"/>
                  <a:t>문의 사용법을 익힌다</a:t>
                </a:r>
                <a:r>
                  <a:rPr lang="en-US" altLang="ko-KR" sz="1600" dirty="0"/>
                  <a:t>.</a:t>
                </a:r>
                <a:endParaRPr lang="en-US" altLang="ko-KR" sz="1600" spc="-1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232650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102"/>
    </mc:Choice>
    <mc:Fallback>
      <p:transition spd="slow" advTm="5102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4831" y="2124629"/>
            <a:ext cx="7326944" cy="4426072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오류</a:t>
            </a:r>
            <a:endParaRPr lang="en-US" altLang="ko-KR" dirty="0"/>
          </a:p>
          <a:p>
            <a:pPr lvl="1"/>
            <a:r>
              <a:rPr lang="ko-KR" altLang="en-US" spc="-40" dirty="0"/>
              <a:t>특정한 언어에서 정해진 문법을 따르지 않는 명령이 입력되어 프로그램이 문제를 일으키는 것</a:t>
            </a:r>
          </a:p>
          <a:p>
            <a:pPr lvl="1"/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9.1 </a:t>
            </a:r>
            <a:r>
              <a:rPr lang="ko-KR" altLang="en-US" dirty="0"/>
              <a:t>안전한 코딩을 위한 예외 처리</a:t>
            </a:r>
          </a:p>
        </p:txBody>
      </p:sp>
    </p:spTree>
    <p:extLst>
      <p:ext uri="{BB962C8B-B14F-4D97-AF65-F5344CB8AC3E}">
        <p14:creationId xmlns:p14="http://schemas.microsoft.com/office/powerpoint/2010/main" val="5100964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5268"/>
    </mc:Choice>
    <mc:Fallback>
      <p:transition spd="slow" advTm="25268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868B7611-C075-EE3D-FA0D-57AE112B01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오류의 종류와 특징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7DCA0574-970B-128F-A5BB-449FF2AC8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9.1 </a:t>
            </a:r>
            <a:r>
              <a:rPr lang="ko-KR" altLang="en-US" dirty="0"/>
              <a:t>안전한 코딩을 위한 예외 처리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CEFF767-B09D-722C-82A1-3F1F0A3BF274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chemeClr val="accent5"/>
                </a:solidFill>
              </a:rPr>
              <a:t>구문 오류</a:t>
            </a:r>
            <a:r>
              <a:rPr lang="en-US" altLang="ko-KR" b="1" baseline="30000" dirty="0">
                <a:solidFill>
                  <a:schemeClr val="accent5"/>
                </a:solidFill>
              </a:rPr>
              <a:t>Syntax Error</a:t>
            </a:r>
          </a:p>
          <a:p>
            <a:pPr lvl="1"/>
            <a:r>
              <a:rPr lang="en-US" altLang="ko-KR" dirty="0"/>
              <a:t>print() </a:t>
            </a:r>
            <a:r>
              <a:rPr lang="ko-KR" altLang="en-US" dirty="0"/>
              <a:t>함수에서 따옴표를 빼먹는 등의 오류</a:t>
            </a:r>
          </a:p>
          <a:p>
            <a:pPr lvl="1"/>
            <a:r>
              <a:rPr lang="ko-KR" altLang="en-US" dirty="0"/>
              <a:t>문법 오류</a:t>
            </a:r>
            <a:r>
              <a:rPr lang="en-US" altLang="ko-KR" dirty="0"/>
              <a:t>, </a:t>
            </a:r>
            <a:r>
              <a:rPr lang="ko-KR" altLang="en-US" dirty="0"/>
              <a:t>파싱 오류라고도 한다</a:t>
            </a:r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pPr marL="0" indent="0">
              <a:buNone/>
            </a:pPr>
            <a:endParaRPr lang="en-US" altLang="ko-KR" dirty="0" smtClean="0"/>
          </a:p>
          <a:p>
            <a:r>
              <a:rPr lang="ko-KR" altLang="en-US" dirty="0" smtClean="0"/>
              <a:t>값 </a:t>
            </a:r>
            <a:r>
              <a:rPr lang="ko-KR" altLang="en-US" dirty="0"/>
              <a:t>오류</a:t>
            </a:r>
            <a:r>
              <a:rPr lang="en-US" altLang="ko-KR" dirty="0"/>
              <a:t>, </a:t>
            </a:r>
            <a:r>
              <a:rPr lang="ko-KR" altLang="en-US" dirty="0"/>
              <a:t>인덱스 오류</a:t>
            </a:r>
            <a:r>
              <a:rPr lang="en-US" altLang="ko-KR" dirty="0"/>
              <a:t>, 0</a:t>
            </a:r>
            <a:r>
              <a:rPr lang="ko-KR" altLang="en-US" dirty="0"/>
              <a:t>으로 나누기 오류</a:t>
            </a:r>
            <a:r>
              <a:rPr lang="en-US" altLang="ko-KR" dirty="0"/>
              <a:t>, </a:t>
            </a:r>
            <a:r>
              <a:rPr lang="ko-KR" altLang="en-US" dirty="0"/>
              <a:t>파일 가져오기 오류 등</a:t>
            </a:r>
            <a:r>
              <a:rPr lang="en-US" altLang="ko-KR" dirty="0"/>
              <a:t> </a:t>
            </a:r>
            <a:r>
              <a:rPr lang="ko-KR" altLang="en-US" dirty="0"/>
              <a:t>단순 오류는 미리 찾아서 고칠 수 있다</a:t>
            </a:r>
          </a:p>
          <a:p>
            <a:r>
              <a:rPr lang="ko-KR" altLang="en-US" dirty="0"/>
              <a:t>많은 프로그램에서 오류를 수행 전에 찾기 어려운 경우가 많다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  <a:p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1071" y="2992500"/>
            <a:ext cx="8930951" cy="1279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4274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52"/>
    </mc:Choice>
    <mc:Fallback>
      <p:transition spd="slow" advTm="7052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868B7611-C075-EE3D-FA0D-57AE112B01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오류의 종류와 특징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7DCA0574-970B-128F-A5BB-449FF2AC8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9.1 </a:t>
            </a:r>
            <a:r>
              <a:rPr lang="ko-KR" altLang="en-US" dirty="0"/>
              <a:t>안전한 코딩을 위한 예외 처리</a:t>
            </a:r>
          </a:p>
        </p:txBody>
      </p:sp>
      <p:pic>
        <p:nvPicPr>
          <p:cNvPr id="8" name="내용 개체 틀 7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096780" y="1849077"/>
            <a:ext cx="10015538" cy="2969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677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1"/>
    </mc:Choice>
    <mc:Fallback>
      <p:transition spd="slow" advTm="801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868B7611-C075-EE3D-FA0D-57AE112B01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오류의 종류와 특징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7DCA0574-970B-128F-A5BB-449FF2AC8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9.1 </a:t>
            </a:r>
            <a:r>
              <a:rPr lang="ko-KR" altLang="en-US" dirty="0"/>
              <a:t>안전한 코딩을 위한 예외 처리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174AA3-376D-4255-A0FA-9F56C690C877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ko-KR" dirty="0" err="1"/>
              <a:t>파이썬</a:t>
            </a:r>
            <a:r>
              <a:rPr lang="en-US" altLang="ko-KR" dirty="0"/>
              <a:t> </a:t>
            </a:r>
            <a:r>
              <a:rPr lang="en-US" altLang="ko-KR" b="1" dirty="0" err="1"/>
              <a:t>인터프리터</a:t>
            </a:r>
            <a:r>
              <a:rPr lang="en-US" altLang="ko-KR" b="1" baseline="30000" dirty="0" err="1">
                <a:solidFill>
                  <a:schemeClr val="accent5"/>
                </a:solidFill>
              </a:rPr>
              <a:t>interpreter</a:t>
            </a:r>
            <a:r>
              <a:rPr lang="en-US" altLang="ko-KR" dirty="0" err="1"/>
              <a:t>에서</a:t>
            </a:r>
            <a:r>
              <a:rPr lang="en-US" altLang="ko-KR" dirty="0"/>
              <a:t> </a:t>
            </a:r>
            <a:r>
              <a:rPr lang="ko-KR" altLang="en-US" dirty="0"/>
              <a:t>오류 정보 </a:t>
            </a:r>
            <a:r>
              <a:rPr lang="en-US" altLang="ko-KR" dirty="0" err="1"/>
              <a:t>제공</a:t>
            </a:r>
            <a:endParaRPr lang="en-US" altLang="ko-KR" dirty="0"/>
          </a:p>
          <a:p>
            <a:r>
              <a:rPr lang="ko-KR" altLang="en-US" dirty="0"/>
              <a:t>프로그램은 오류를 </a:t>
            </a:r>
            <a:r>
              <a:rPr lang="ko-KR" altLang="en-US" b="1" dirty="0" err="1"/>
              <a:t>역추적</a:t>
            </a:r>
            <a:r>
              <a:rPr lang="en-US" altLang="ko-KR" b="1" baseline="30000" dirty="0">
                <a:solidFill>
                  <a:schemeClr val="accent5"/>
                </a:solidFill>
              </a:rPr>
              <a:t>Traceback</a:t>
            </a:r>
            <a:r>
              <a:rPr lang="ko-KR" altLang="en-US" dirty="0"/>
              <a:t>하여 오류가 발생한 곳에서 오류의 종류를 출력</a:t>
            </a:r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두 번째 수를 </a:t>
            </a:r>
            <a:r>
              <a:rPr lang="en-US" altLang="ko-KR" dirty="0"/>
              <a:t>0</a:t>
            </a:r>
            <a:r>
              <a:rPr lang="ko-KR" altLang="en-US" dirty="0"/>
              <a:t>으로 입력하면 </a:t>
            </a:r>
            <a:r>
              <a:rPr lang="en-US" altLang="ko-KR" b="1" dirty="0" err="1"/>
              <a:t>ZeroDivisionError</a:t>
            </a:r>
            <a:r>
              <a:rPr lang="ko-KR" altLang="en-US" dirty="0"/>
              <a:t>라는 </a:t>
            </a:r>
            <a:r>
              <a:rPr lang="ko-KR" altLang="en-US" b="1" dirty="0"/>
              <a:t>오류</a:t>
            </a:r>
            <a:r>
              <a:rPr lang="en-US" altLang="ko-KR" b="1" baseline="30000" dirty="0">
                <a:solidFill>
                  <a:schemeClr val="accent5"/>
                </a:solidFill>
              </a:rPr>
              <a:t>error</a:t>
            </a:r>
            <a:r>
              <a:rPr lang="ko-KR" altLang="en-US" dirty="0"/>
              <a:t>가 발생</a:t>
            </a:r>
            <a:endParaRPr lang="en-US" altLang="ko-KR" dirty="0"/>
          </a:p>
          <a:p>
            <a:endParaRPr lang="ko-KR" altLang="en-US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3449BADB-4848-319F-4334-EC25F9A431CE}"/>
              </a:ext>
            </a:extLst>
          </p:cNvPr>
          <p:cNvGrpSpPr/>
          <p:nvPr/>
        </p:nvGrpSpPr>
        <p:grpSpPr>
          <a:xfrm>
            <a:off x="1371600" y="2578141"/>
            <a:ext cx="9628095" cy="2770586"/>
            <a:chOff x="832048" y="1833444"/>
            <a:chExt cx="11099483" cy="3193994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61AA9787-FFC6-83E9-3F40-F6B065B8711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2048" y="1833444"/>
              <a:ext cx="9841494" cy="3193994"/>
            </a:xfrm>
            <a:prstGeom prst="rect">
              <a:avLst/>
            </a:prstGeom>
          </p:spPr>
        </p:pic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7FEF2370-9C6D-6088-FFB2-B27EAF1A639D}"/>
                </a:ext>
              </a:extLst>
            </p:cNvPr>
            <p:cNvGrpSpPr/>
            <p:nvPr/>
          </p:nvGrpSpPr>
          <p:grpSpPr>
            <a:xfrm>
              <a:off x="4446672" y="2128368"/>
              <a:ext cx="7484859" cy="1254476"/>
              <a:chOff x="-876004" y="497319"/>
              <a:chExt cx="7139070" cy="1173651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3F18E0B-0B0E-A900-CC6D-C360B488DD52}"/>
                  </a:ext>
                </a:extLst>
              </p:cNvPr>
              <p:cNvSpPr txBox="1"/>
              <p:nvPr/>
            </p:nvSpPr>
            <p:spPr>
              <a:xfrm>
                <a:off x="1222386" y="497319"/>
                <a:ext cx="5040680" cy="89626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600" b="1" dirty="0">
                    <a:solidFill>
                      <a:srgbClr val="FF0000"/>
                    </a:solidFill>
                  </a:rPr>
                  <a:t>이 코드는 문법상 문제가 없음</a:t>
                </a:r>
                <a:endParaRPr lang="en-US" altLang="ko-KR" sz="1600" b="1" dirty="0">
                  <a:solidFill>
                    <a:srgbClr val="FF0000"/>
                  </a:solidFill>
                </a:endParaRPr>
              </a:p>
              <a:p>
                <a:r>
                  <a:rPr lang="ko-KR" altLang="en-US" sz="1600" b="1" dirty="0">
                    <a:solidFill>
                      <a:srgbClr val="FF0000"/>
                    </a:solidFill>
                  </a:rPr>
                  <a:t>수행 도중 </a:t>
                </a:r>
                <a:r>
                  <a:rPr lang="ko-KR" altLang="en-US" sz="1600" b="1" dirty="0" err="1">
                    <a:solidFill>
                      <a:srgbClr val="FF0000"/>
                    </a:solidFill>
                  </a:rPr>
                  <a:t>입력값으로</a:t>
                </a:r>
                <a:r>
                  <a:rPr lang="ko-KR" altLang="en-US" sz="1600" b="1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ko-KR" sz="1600" b="1" dirty="0">
                    <a:solidFill>
                      <a:srgbClr val="FF0000"/>
                    </a:solidFill>
                  </a:rPr>
                  <a:t>b</a:t>
                </a:r>
                <a:r>
                  <a:rPr lang="ko-KR" altLang="en-US" sz="1600" b="1" dirty="0">
                    <a:solidFill>
                      <a:srgbClr val="FF0000"/>
                    </a:solidFill>
                  </a:rPr>
                  <a:t>가 </a:t>
                </a:r>
                <a:r>
                  <a:rPr lang="en-US" altLang="ko-KR" sz="1600" b="1" dirty="0">
                    <a:solidFill>
                      <a:srgbClr val="FF0000"/>
                    </a:solidFill>
                  </a:rPr>
                  <a:t>0</a:t>
                </a:r>
                <a:r>
                  <a:rPr lang="ko-KR" altLang="en-US" sz="1600" b="1" dirty="0">
                    <a:solidFill>
                      <a:srgbClr val="FF0000"/>
                    </a:solidFill>
                  </a:rPr>
                  <a:t>이 들어왔기 때문에 문제가 발생하였음</a:t>
                </a:r>
              </a:p>
            </p:txBody>
          </p:sp>
          <p:cxnSp>
            <p:nvCxnSpPr>
              <p:cNvPr id="11" name="직선 화살표 연결선 10">
                <a:extLst>
                  <a:ext uri="{FF2B5EF4-FFF2-40B4-BE49-F238E27FC236}">
                    <a16:creationId xmlns:a16="http://schemas.microsoft.com/office/drawing/2014/main" id="{957CC620-9080-D341-ADF9-38C136FA634C}"/>
                  </a:ext>
                </a:extLst>
              </p:cNvPr>
              <p:cNvCxnSpPr>
                <a:cxnSpLocks/>
                <a:stCxn id="10" idx="1"/>
              </p:cNvCxnSpPr>
              <p:nvPr/>
            </p:nvCxnSpPr>
            <p:spPr>
              <a:xfrm flipH="1">
                <a:off x="-876004" y="945454"/>
                <a:ext cx="2098390" cy="725516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437216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868B7611-C075-EE3D-FA0D-57AE112B01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오류의 종류와 특징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7DCA0574-970B-128F-A5BB-449FF2AC8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9.1 </a:t>
            </a:r>
            <a:r>
              <a:rPr lang="ko-KR" altLang="en-US" dirty="0"/>
              <a:t>안전한 코딩을 위한 예외 처리</a:t>
            </a:r>
          </a:p>
        </p:txBody>
      </p:sp>
      <p:pic>
        <p:nvPicPr>
          <p:cNvPr id="12" name="내용 개체 틀 11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066800" y="2010772"/>
            <a:ext cx="10015538" cy="3725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825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868B7611-C075-EE3D-FA0D-57AE112B01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오류의 종류와 특징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7DCA0574-970B-128F-A5BB-449FF2AC8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9.1 </a:t>
            </a:r>
            <a:r>
              <a:rPr lang="ko-KR" altLang="en-US" dirty="0"/>
              <a:t>안전한 코딩을 위한 예외 처리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9DFF03-9265-B6C3-8468-7741A788DCEB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정수 </a:t>
            </a:r>
            <a:r>
              <a:rPr lang="en-US" altLang="ko-KR" dirty="0"/>
              <a:t>400, 200</a:t>
            </a:r>
            <a:r>
              <a:rPr lang="ko-KR" altLang="en-US" dirty="0"/>
              <a:t>대신 </a:t>
            </a:r>
            <a:r>
              <a:rPr lang="en-US" altLang="ko-KR" dirty="0"/>
              <a:t>‘</a:t>
            </a:r>
            <a:r>
              <a:rPr lang="ko-KR" altLang="en-US" dirty="0"/>
              <a:t>사백</a:t>
            </a:r>
            <a:r>
              <a:rPr lang="en-US" altLang="ko-KR" dirty="0"/>
              <a:t>’, ‘</a:t>
            </a:r>
            <a:r>
              <a:rPr lang="ko-KR" altLang="en-US" dirty="0"/>
              <a:t>이백</a:t>
            </a:r>
            <a:r>
              <a:rPr lang="en-US" altLang="ko-KR" dirty="0"/>
              <a:t>’</a:t>
            </a:r>
            <a:r>
              <a:rPr lang="ko-KR" altLang="en-US" dirty="0"/>
              <a:t>과 같은 문자열을 입력하여 잘못된 문자열 형식의 자료를 숫자로 바꾸는 경우 발생하는 오류</a:t>
            </a:r>
          </a:p>
          <a:p>
            <a:endParaRPr lang="en-US" altLang="ko-KR" b="1" dirty="0"/>
          </a:p>
          <a:p>
            <a:endParaRPr lang="en-US" altLang="ko-KR" b="1" dirty="0"/>
          </a:p>
          <a:p>
            <a:endParaRPr lang="en-US" altLang="ko-KR" b="1" dirty="0"/>
          </a:p>
          <a:p>
            <a:endParaRPr lang="en-US" altLang="ko-KR" b="1" dirty="0"/>
          </a:p>
          <a:p>
            <a:endParaRPr lang="en-US" altLang="ko-KR" b="1" dirty="0"/>
          </a:p>
          <a:p>
            <a:endParaRPr lang="en-US" altLang="ko-KR" b="1" dirty="0"/>
          </a:p>
          <a:p>
            <a:r>
              <a:rPr lang="ko-KR" altLang="en-US" b="1" dirty="0"/>
              <a:t>예외</a:t>
            </a:r>
            <a:r>
              <a:rPr lang="en-US" altLang="ko-KR" b="1" baseline="30000" dirty="0">
                <a:solidFill>
                  <a:schemeClr val="accent5"/>
                </a:solidFill>
              </a:rPr>
              <a:t>exception</a:t>
            </a:r>
          </a:p>
          <a:p>
            <a:pPr lvl="1"/>
            <a:r>
              <a:rPr lang="ko-KR" altLang="en-US" dirty="0"/>
              <a:t>구문상의 오류는 없으나 실행 도중에 만나게 되는 오류</a:t>
            </a:r>
            <a:endParaRPr lang="en-US" altLang="ko-KR" dirty="0"/>
          </a:p>
          <a:p>
            <a:pPr lvl="1"/>
            <a:r>
              <a:rPr lang="ko-KR" altLang="en-US" dirty="0"/>
              <a:t>이러한 상황을 대비하는 코딩 </a:t>
            </a:r>
            <a:r>
              <a:rPr lang="en-US" altLang="ko-KR" dirty="0"/>
              <a:t>: </a:t>
            </a:r>
            <a:r>
              <a:rPr lang="ko-KR" altLang="en-US" b="1" dirty="0">
                <a:solidFill>
                  <a:srgbClr val="FF0000"/>
                </a:solidFill>
              </a:rPr>
              <a:t>예외 처리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990095FB-CC6C-1E6C-BF56-10EF8D6F1995}"/>
              </a:ext>
            </a:extLst>
          </p:cNvPr>
          <p:cNvGrpSpPr/>
          <p:nvPr/>
        </p:nvGrpSpPr>
        <p:grpSpPr>
          <a:xfrm>
            <a:off x="1335741" y="2492967"/>
            <a:ext cx="8892987" cy="2502168"/>
            <a:chOff x="799289" y="1371485"/>
            <a:chExt cx="11699984" cy="3291956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9E1DB0E9-132A-2E9E-6168-D1FAA20741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99289" y="1371485"/>
              <a:ext cx="10105539" cy="3291956"/>
            </a:xfrm>
            <a:prstGeom prst="rect">
              <a:avLst/>
            </a:prstGeom>
          </p:spPr>
        </p:pic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22972327-BDFB-7A12-87E3-27CFDA32BA9B}"/>
                </a:ext>
              </a:extLst>
            </p:cNvPr>
            <p:cNvGrpSpPr/>
            <p:nvPr/>
          </p:nvGrpSpPr>
          <p:grpSpPr>
            <a:xfrm>
              <a:off x="4764505" y="1724370"/>
              <a:ext cx="7734768" cy="1338165"/>
              <a:chOff x="107083" y="556003"/>
              <a:chExt cx="7377433" cy="1251948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974B806-E3D4-5180-140F-45ACBD41EED5}"/>
                  </a:ext>
                </a:extLst>
              </p:cNvPr>
              <p:cNvSpPr txBox="1"/>
              <p:nvPr/>
            </p:nvSpPr>
            <p:spPr>
              <a:xfrm>
                <a:off x="1803822" y="556003"/>
                <a:ext cx="5680694" cy="102285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600" b="1" dirty="0">
                    <a:solidFill>
                      <a:srgbClr val="FF0000"/>
                    </a:solidFill>
                  </a:rPr>
                  <a:t>이 코드는 문법상 문제가 없음</a:t>
                </a:r>
                <a:r>
                  <a:rPr lang="en-US" altLang="ko-KR" sz="1600" b="1" dirty="0">
                    <a:solidFill>
                      <a:srgbClr val="FF0000"/>
                    </a:solidFill>
                  </a:rPr>
                  <a:t>.</a:t>
                </a:r>
              </a:p>
              <a:p>
                <a:r>
                  <a:rPr lang="ko-KR" altLang="en-US" sz="1600" b="1" dirty="0">
                    <a:solidFill>
                      <a:srgbClr val="FF0000"/>
                    </a:solidFill>
                  </a:rPr>
                  <a:t>수행 도중 </a:t>
                </a:r>
                <a:r>
                  <a:rPr lang="ko-KR" altLang="en-US" sz="1600" b="1" dirty="0" err="1">
                    <a:solidFill>
                      <a:srgbClr val="FF0000"/>
                    </a:solidFill>
                  </a:rPr>
                  <a:t>입력값으로</a:t>
                </a:r>
                <a:r>
                  <a:rPr lang="ko-KR" altLang="en-US" sz="1600" b="1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ko-KR" sz="1600" b="1" dirty="0">
                    <a:solidFill>
                      <a:srgbClr val="FF0000"/>
                    </a:solidFill>
                  </a:rPr>
                  <a:t>a, b</a:t>
                </a:r>
                <a:r>
                  <a:rPr lang="ko-KR" altLang="en-US" sz="1600" b="1" dirty="0">
                    <a:solidFill>
                      <a:srgbClr val="FF0000"/>
                    </a:solidFill>
                  </a:rPr>
                  <a:t>에 잘못된 값이 들어왔기 때문에 문제가 발생하였음</a:t>
                </a:r>
              </a:p>
            </p:txBody>
          </p:sp>
          <p:cxnSp>
            <p:nvCxnSpPr>
              <p:cNvPr id="10" name="직선 화살표 연결선 9">
                <a:extLst>
                  <a:ext uri="{FF2B5EF4-FFF2-40B4-BE49-F238E27FC236}">
                    <a16:creationId xmlns:a16="http://schemas.microsoft.com/office/drawing/2014/main" id="{08C22A20-4618-9A7A-9DCD-2A63B2CBFD01}"/>
                  </a:ext>
                </a:extLst>
              </p:cNvPr>
              <p:cNvCxnSpPr/>
              <p:nvPr/>
            </p:nvCxnSpPr>
            <p:spPr>
              <a:xfrm flipH="1">
                <a:off x="107083" y="878581"/>
                <a:ext cx="1696741" cy="929370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521031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rcRect t="5202" r="14543"/>
          <a:stretch/>
        </p:blipFill>
        <p:spPr>
          <a:xfrm>
            <a:off x="1325139" y="3429000"/>
            <a:ext cx="7263049" cy="1454230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예외처리</a:t>
            </a:r>
            <a:r>
              <a:rPr lang="en-US" altLang="ko-KR" b="1" baseline="30000" dirty="0">
                <a:solidFill>
                  <a:schemeClr val="accent5"/>
                </a:solidFill>
              </a:rPr>
              <a:t>exception handling</a:t>
            </a:r>
            <a:r>
              <a:rPr lang="ko-KR" altLang="en-US" dirty="0"/>
              <a:t>를 위해 사용</a:t>
            </a:r>
            <a:endParaRPr lang="en-US" altLang="ko-KR" dirty="0"/>
          </a:p>
          <a:p>
            <a:r>
              <a:rPr lang="en-US" altLang="ko-KR" dirty="0"/>
              <a:t>try </a:t>
            </a:r>
            <a:r>
              <a:rPr lang="ko-KR" altLang="en-US" dirty="0"/>
              <a:t>절 </a:t>
            </a:r>
            <a:r>
              <a:rPr lang="en-US" altLang="ko-KR" dirty="0"/>
              <a:t>- </a:t>
            </a:r>
            <a:r>
              <a:rPr lang="ko-KR" altLang="en-US" dirty="0"/>
              <a:t>예외가 발생할 우려가 있는 코드를 입력</a:t>
            </a:r>
            <a:endParaRPr lang="en-US" altLang="ko-KR" dirty="0"/>
          </a:p>
          <a:p>
            <a:r>
              <a:rPr lang="en-US" altLang="ko-KR" dirty="0"/>
              <a:t>except </a:t>
            </a:r>
            <a:r>
              <a:rPr lang="ko-KR" altLang="en-US" dirty="0"/>
              <a:t>절 </a:t>
            </a:r>
            <a:r>
              <a:rPr lang="en-US" altLang="ko-KR" dirty="0"/>
              <a:t>-</a:t>
            </a:r>
            <a:r>
              <a:rPr lang="ko-KR" altLang="en-US" dirty="0"/>
              <a:t> 오류가 발생했을 때 처리할 내용을 담음</a:t>
            </a:r>
          </a:p>
          <a:p>
            <a:r>
              <a:rPr lang="ko-KR" altLang="en-US" dirty="0"/>
              <a:t>예외가 발생하지 않으면 </a:t>
            </a:r>
            <a:r>
              <a:rPr lang="en-US" altLang="ko-KR" dirty="0"/>
              <a:t>except</a:t>
            </a:r>
            <a:r>
              <a:rPr lang="ko-KR" altLang="en-US" dirty="0"/>
              <a:t>를 건너뛰고 예외가 발생하면 오류를 확인하여 </a:t>
            </a:r>
            <a:r>
              <a:rPr lang="en-US" altLang="ko-KR" dirty="0"/>
              <a:t>except</a:t>
            </a:r>
            <a:r>
              <a:rPr lang="ko-KR" altLang="en-US" dirty="0"/>
              <a:t>의 매칭되는 부분으로 넘겨준다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9.2 try-except </a:t>
            </a:r>
            <a:r>
              <a:rPr lang="ko-KR" altLang="en-US" dirty="0"/>
              <a:t>문의 문법</a:t>
            </a:r>
          </a:p>
        </p:txBody>
      </p:sp>
    </p:spTree>
    <p:extLst>
      <p:ext uri="{BB962C8B-B14F-4D97-AF65-F5344CB8AC3E}">
        <p14:creationId xmlns:p14="http://schemas.microsoft.com/office/powerpoint/2010/main" val="4000965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4"/>
          </p:nvPr>
        </p:nvSpPr>
        <p:spPr>
          <a:xfrm>
            <a:off x="5785650" y="1128237"/>
            <a:ext cx="5296364" cy="4917999"/>
          </a:xfrm>
        </p:spPr>
        <p:txBody>
          <a:bodyPr/>
          <a:lstStyle/>
          <a:p>
            <a:r>
              <a:rPr lang="en-US" altLang="ko-KR" dirty="0"/>
              <a:t>try-except</a:t>
            </a:r>
            <a:r>
              <a:rPr lang="ko-KR" altLang="en-US" dirty="0"/>
              <a:t>문을 이용함으로써 프로그램은 급작스럽게 종료되지 않고 사용자에게 대처할 수 있는 방법을 제시할 수 있으며</a:t>
            </a:r>
            <a:r>
              <a:rPr lang="en-US" altLang="ko-KR" dirty="0"/>
              <a:t>, </a:t>
            </a:r>
            <a:r>
              <a:rPr lang="ko-KR" altLang="en-US" dirty="0"/>
              <a:t>이전의 프로그램에 비해 안정적으로 작동함</a:t>
            </a:r>
          </a:p>
          <a:p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9.2 try-except </a:t>
            </a:r>
            <a:r>
              <a:rPr lang="ko-KR" altLang="en-US" dirty="0"/>
              <a:t>문의 문법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B8CA996C-4CC8-CE45-A595-DC0A80A6D3C6}"/>
              </a:ext>
            </a:extLst>
          </p:cNvPr>
          <p:cNvGrpSpPr/>
          <p:nvPr/>
        </p:nvGrpSpPr>
        <p:grpSpPr>
          <a:xfrm>
            <a:off x="776378" y="1009291"/>
            <a:ext cx="8690352" cy="5188799"/>
            <a:chOff x="242920" y="459449"/>
            <a:chExt cx="10653848" cy="619584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3CB5C69-4CAE-650A-AB7D-B795F0978AAB}"/>
                </a:ext>
              </a:extLst>
            </p:cNvPr>
            <p:cNvSpPr txBox="1"/>
            <p:nvPr/>
          </p:nvSpPr>
          <p:spPr>
            <a:xfrm>
              <a:off x="7223758" y="4775436"/>
              <a:ext cx="3673010" cy="73931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>
                  <a:solidFill>
                    <a:srgbClr val="FF0000"/>
                  </a:solidFill>
                </a:rPr>
                <a:t>이전 코드보다 훨씬 안전하게 동작함</a:t>
              </a:r>
              <a:endParaRPr lang="ko-KR" altLang="en-US" sz="1600" dirty="0"/>
            </a:p>
          </p:txBody>
        </p:sp>
        <p:sp>
          <p:nvSpPr>
            <p:cNvPr id="7" name="오른쪽 중괄호 6">
              <a:extLst>
                <a:ext uri="{FF2B5EF4-FFF2-40B4-BE49-F238E27FC236}">
                  <a16:creationId xmlns:a16="http://schemas.microsoft.com/office/drawing/2014/main" id="{A6090663-CCF8-1708-A00F-21B303895187}"/>
                </a:ext>
              </a:extLst>
            </p:cNvPr>
            <p:cNvSpPr/>
            <p:nvPr/>
          </p:nvSpPr>
          <p:spPr>
            <a:xfrm>
              <a:off x="6234545" y="3801980"/>
              <a:ext cx="831273" cy="2540724"/>
            </a:xfrm>
            <a:prstGeom prst="rightBrac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864F4520-40BA-599E-9D04-0C61A3BBF20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24787"/>
            <a:stretch/>
          </p:blipFill>
          <p:spPr>
            <a:xfrm>
              <a:off x="251232" y="459449"/>
              <a:ext cx="5700682" cy="2547161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1A32A545-A3BB-68DB-65F1-E526FB4240C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9382"/>
            <a:stretch/>
          </p:blipFill>
          <p:spPr>
            <a:xfrm>
              <a:off x="242920" y="3202108"/>
              <a:ext cx="5700680" cy="345318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80304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/>
          <p:cNvGrpSpPr/>
          <p:nvPr/>
        </p:nvGrpSpPr>
        <p:grpSpPr>
          <a:xfrm>
            <a:off x="290286" y="224065"/>
            <a:ext cx="5076193" cy="6476537"/>
            <a:chOff x="6761341" y="0"/>
            <a:chExt cx="5234097" cy="6385732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61341" y="0"/>
              <a:ext cx="5220739" cy="1974150"/>
            </a:xfrm>
            <a:prstGeom prst="rect">
              <a:avLst/>
            </a:prstGeom>
          </p:spPr>
        </p:pic>
        <p:pic>
          <p:nvPicPr>
            <p:cNvPr id="8" name="그림 7"/>
            <p:cNvPicPr>
              <a:picLocks noChangeAspect="1"/>
            </p:cNvPicPr>
            <p:nvPr/>
          </p:nvPicPr>
          <p:blipFill rotWithShape="1">
            <a:blip r:embed="rId3"/>
            <a:srcRect t="1029"/>
            <a:stretch/>
          </p:blipFill>
          <p:spPr>
            <a:xfrm>
              <a:off x="6761341" y="1974149"/>
              <a:ext cx="5234097" cy="4411583"/>
            </a:xfrm>
            <a:prstGeom prst="rect">
              <a:avLst/>
            </a:prstGeom>
          </p:spPr>
        </p:pic>
      </p:grpSp>
      <p:grpSp>
        <p:nvGrpSpPr>
          <p:cNvPr id="3" name="그룹 2"/>
          <p:cNvGrpSpPr/>
          <p:nvPr/>
        </p:nvGrpSpPr>
        <p:grpSpPr>
          <a:xfrm>
            <a:off x="4171908" y="737006"/>
            <a:ext cx="6295508" cy="830997"/>
            <a:chOff x="504909" y="556003"/>
            <a:chExt cx="7505916" cy="971831"/>
          </a:xfrm>
        </p:grpSpPr>
        <p:sp>
          <p:nvSpPr>
            <p:cNvPr id="5" name="TextBox 4"/>
            <p:cNvSpPr txBox="1"/>
            <p:nvPr/>
          </p:nvSpPr>
          <p:spPr>
            <a:xfrm>
              <a:off x="1803821" y="556003"/>
              <a:ext cx="6207004" cy="97183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>
                  <a:solidFill>
                    <a:srgbClr val="FF0000"/>
                  </a:solidFill>
                </a:rPr>
                <a:t>예외의 종류가 매우 많기 때문에 이 예외의 목록을 만들어 두고 해당하는 예외가 발생하면 번역기가 </a:t>
              </a:r>
              <a:r>
                <a:rPr lang="en-US" altLang="ko-KR" sz="1600" b="1" dirty="0">
                  <a:solidFill>
                    <a:srgbClr val="FF0000"/>
                  </a:solidFill>
                </a:rPr>
                <a:t>“except </a:t>
              </a:r>
              <a:r>
                <a:rPr lang="ko-KR" altLang="en-US" sz="1600" b="1" dirty="0">
                  <a:solidFill>
                    <a:srgbClr val="FF0000"/>
                  </a:solidFill>
                </a:rPr>
                <a:t>예외</a:t>
              </a:r>
              <a:r>
                <a:rPr lang="en-US" altLang="ko-KR" sz="1600" b="1" dirty="0">
                  <a:solidFill>
                    <a:srgbClr val="FF0000"/>
                  </a:solidFill>
                </a:rPr>
                <a:t>”</a:t>
              </a:r>
              <a:r>
                <a:rPr lang="ko-KR" altLang="en-US" sz="1600" b="1" dirty="0">
                  <a:solidFill>
                    <a:srgbClr val="FF0000"/>
                  </a:solidFill>
                </a:rPr>
                <a:t> 문에서 처리하도록 제어를 이동함</a:t>
              </a:r>
            </a:p>
          </p:txBody>
        </p:sp>
        <p:cxnSp>
          <p:nvCxnSpPr>
            <p:cNvPr id="6" name="직선 화살표 연결선 5"/>
            <p:cNvCxnSpPr/>
            <p:nvPr/>
          </p:nvCxnSpPr>
          <p:spPr>
            <a:xfrm flipH="1">
              <a:off x="504909" y="878581"/>
              <a:ext cx="1298915" cy="45487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25032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3E114027-06AC-E81A-63C5-3D47D8C134FA}"/>
              </a:ext>
            </a:extLst>
          </p:cNvPr>
          <p:cNvGrpSpPr/>
          <p:nvPr/>
        </p:nvGrpSpPr>
        <p:grpSpPr>
          <a:xfrm>
            <a:off x="1219200" y="2394756"/>
            <a:ext cx="7708996" cy="3558753"/>
            <a:chOff x="871452" y="2112832"/>
            <a:chExt cx="8280862" cy="3822747"/>
          </a:xfrm>
        </p:grpSpPr>
        <p:pic>
          <p:nvPicPr>
            <p:cNvPr id="7" name="그림 6"/>
            <p:cNvPicPr>
              <a:picLocks noChangeAspect="1"/>
            </p:cNvPicPr>
            <p:nvPr/>
          </p:nvPicPr>
          <p:blipFill rotWithShape="1">
            <a:blip r:embed="rId2"/>
            <a:srcRect r="16667"/>
            <a:stretch/>
          </p:blipFill>
          <p:spPr>
            <a:xfrm>
              <a:off x="871452" y="4787769"/>
              <a:ext cx="8280862" cy="1147810"/>
            </a:xfrm>
            <a:prstGeom prst="rect">
              <a:avLst/>
            </a:prstGeom>
          </p:spPr>
        </p:pic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74754" y="2112832"/>
              <a:ext cx="8177560" cy="2507904"/>
            </a:xfrm>
            <a:prstGeom prst="rect">
              <a:avLst/>
            </a:prstGeom>
          </p:spPr>
        </p:pic>
      </p:grpSp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어떤 예외 상황에 의해서 </a:t>
            </a:r>
            <a:r>
              <a:rPr lang="en-US" altLang="ko-KR" dirty="0"/>
              <a:t>except</a:t>
            </a:r>
            <a:r>
              <a:rPr lang="ko-KR" altLang="en-US" dirty="0"/>
              <a:t>가 실행되었는지 알고 싶을 경우</a:t>
            </a:r>
            <a:r>
              <a:rPr lang="en-US" altLang="ko-KR" dirty="0"/>
              <a:t> Exception as e</a:t>
            </a:r>
            <a:r>
              <a:rPr lang="ko-KR" altLang="en-US" dirty="0"/>
              <a:t>라는 문법을 통해 </a:t>
            </a:r>
            <a:r>
              <a:rPr lang="en-US" altLang="ko-KR" dirty="0"/>
              <a:t>Exception </a:t>
            </a:r>
            <a:r>
              <a:rPr lang="ko-KR" altLang="en-US" dirty="0"/>
              <a:t>변수 </a:t>
            </a:r>
            <a:r>
              <a:rPr lang="en-US" altLang="ko-KR" dirty="0"/>
              <a:t>e</a:t>
            </a:r>
            <a:r>
              <a:rPr lang="ko-KR" altLang="en-US" dirty="0"/>
              <a:t>를 선언한 후 </a:t>
            </a:r>
            <a:r>
              <a:rPr lang="en-US" altLang="ko-KR" dirty="0"/>
              <a:t>e </a:t>
            </a:r>
            <a:r>
              <a:rPr lang="ko-KR" altLang="en-US" dirty="0"/>
              <a:t>값을 다음과 같이 출력하면 오류의 종류를 알 수 있게 된다</a:t>
            </a:r>
            <a:r>
              <a:rPr lang="en-US" altLang="ko-KR" dirty="0"/>
              <a:t>.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6EF3999-8961-8190-8B7B-3E2845903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9.2 try-except </a:t>
            </a:r>
            <a:r>
              <a:rPr lang="ko-KR" altLang="en-US" dirty="0"/>
              <a:t>문의 문법</a:t>
            </a:r>
          </a:p>
        </p:txBody>
      </p:sp>
    </p:spTree>
    <p:extLst>
      <p:ext uri="{BB962C8B-B14F-4D97-AF65-F5344CB8AC3E}">
        <p14:creationId xmlns:p14="http://schemas.microsoft.com/office/powerpoint/2010/main" val="2160524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지원되지 않은 연산자 </a:t>
            </a:r>
            <a:r>
              <a:rPr lang="en-US" altLang="ko-KR" dirty="0"/>
              <a:t>+</a:t>
            </a:r>
            <a:r>
              <a:rPr lang="ko-KR" altLang="en-US" dirty="0"/>
              <a:t>를 정수와 실수 자료형에 적용함으로써 오류가 발생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6EF3999-8961-8190-8B7B-3E2845903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9.2 try-except </a:t>
            </a:r>
            <a:r>
              <a:rPr lang="ko-KR" altLang="en-US" dirty="0"/>
              <a:t>문의 문법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4F8ED6D-5C8A-BD0F-E515-EF8955C1C2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485" y="1573473"/>
            <a:ext cx="8739956" cy="4253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096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EF3999-8961-8190-8B7B-3E2845903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9.2 try-except </a:t>
            </a:r>
            <a:r>
              <a:rPr lang="ko-KR" altLang="en-US" dirty="0"/>
              <a:t>문의 문법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1645921" y="1191771"/>
            <a:ext cx="8761614" cy="4812404"/>
            <a:chOff x="3150524" y="350067"/>
            <a:chExt cx="8761614" cy="4812404"/>
          </a:xfrm>
        </p:grpSpPr>
        <p:pic>
          <p:nvPicPr>
            <p:cNvPr id="8" name="그림 7"/>
            <p:cNvPicPr>
              <a:picLocks noChangeAspect="1"/>
            </p:cNvPicPr>
            <p:nvPr/>
          </p:nvPicPr>
          <p:blipFill rotWithShape="1">
            <a:blip r:embed="rId2"/>
            <a:srcRect l="393" r="1016"/>
            <a:stretch/>
          </p:blipFill>
          <p:spPr>
            <a:xfrm>
              <a:off x="3150524" y="350067"/>
              <a:ext cx="8761614" cy="4381500"/>
            </a:xfrm>
            <a:prstGeom prst="rect">
              <a:avLst/>
            </a:prstGeom>
          </p:spPr>
        </p:pic>
        <p:pic>
          <p:nvPicPr>
            <p:cNvPr id="9" name="그림 8"/>
            <p:cNvPicPr>
              <a:picLocks noChangeAspect="1"/>
            </p:cNvPicPr>
            <p:nvPr/>
          </p:nvPicPr>
          <p:blipFill rotWithShape="1">
            <a:blip r:embed="rId3"/>
            <a:srcRect l="616" r="1016"/>
            <a:stretch/>
          </p:blipFill>
          <p:spPr>
            <a:xfrm>
              <a:off x="3150524" y="4153778"/>
              <a:ext cx="8761614" cy="10086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67144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9.3 </a:t>
            </a:r>
            <a:r>
              <a:rPr lang="ko-KR" altLang="en-US" dirty="0"/>
              <a:t>구체적인 예외를 명시하기</a:t>
            </a:r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745456" y="1344613"/>
            <a:ext cx="8658225" cy="448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390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9.3 </a:t>
            </a:r>
            <a:r>
              <a:rPr lang="ko-KR" altLang="en-US" dirty="0"/>
              <a:t>구체적인 예외를 명시하기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4BD227D-6CC4-001D-2376-E0842AE15AC9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ko-KR" dirty="0"/>
              <a:t>b = 2 / 0</a:t>
            </a:r>
            <a:r>
              <a:rPr lang="ko-KR" altLang="en-US" dirty="0"/>
              <a:t>을 주석처리 할 경우 </a:t>
            </a:r>
            <a:r>
              <a:rPr lang="en-US" altLang="ko-KR" dirty="0" err="1"/>
              <a:t>TypeError</a:t>
            </a:r>
            <a:r>
              <a:rPr lang="ko-KR" altLang="en-US" dirty="0"/>
              <a:t>라는 예외가 발생</a:t>
            </a:r>
            <a:endParaRPr lang="en-US" altLang="ko-KR" dirty="0"/>
          </a:p>
          <a:p>
            <a:r>
              <a:rPr lang="en-US" altLang="ko-KR" dirty="0"/>
              <a:t>‘</a:t>
            </a:r>
            <a:r>
              <a:rPr lang="ko-KR" altLang="en-US" dirty="0"/>
              <a:t>지원되지 않은 연산자를 사용하는 오류</a:t>
            </a:r>
            <a:r>
              <a:rPr lang="en-US" altLang="ko-KR" dirty="0"/>
              <a:t>’ </a:t>
            </a:r>
            <a:r>
              <a:rPr lang="ko-KR" altLang="en-US" dirty="0"/>
              <a:t>출력</a:t>
            </a:r>
            <a:endParaRPr lang="en-US" altLang="ko-KR" dirty="0"/>
          </a:p>
          <a:p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7471" y="2039354"/>
            <a:ext cx="9202838" cy="4616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439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9.3 </a:t>
            </a:r>
            <a:r>
              <a:rPr lang="ko-KR" altLang="en-US" dirty="0"/>
              <a:t>구체적인 예외를 명시하기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4BD227D-6CC4-001D-2376-E0842AE15AC9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ko-KR" dirty="0"/>
              <a:t>except XXX :</a:t>
            </a:r>
            <a:r>
              <a:rPr lang="ko-KR" altLang="en-US" dirty="0"/>
              <a:t>와 함께 </a:t>
            </a:r>
            <a:r>
              <a:rPr lang="en-US" altLang="ko-KR" dirty="0"/>
              <a:t>except Exception as e:</a:t>
            </a:r>
            <a:r>
              <a:rPr lang="ko-KR" altLang="en-US" dirty="0"/>
              <a:t>를 통해 보편적인 예외처리 기능을 넣어 주는 것이 더 안전한 코딩이 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/>
          <a:srcRect r="11291"/>
          <a:stretch/>
        </p:blipFill>
        <p:spPr>
          <a:xfrm>
            <a:off x="1534988" y="1995905"/>
            <a:ext cx="8133668" cy="4509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840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예외가 발생하지 않을 경우 </a:t>
            </a:r>
            <a:r>
              <a:rPr lang="en-US" altLang="ko-KR" dirty="0"/>
              <a:t>else</a:t>
            </a:r>
            <a:r>
              <a:rPr lang="ko-KR" altLang="en-US" dirty="0"/>
              <a:t>문을 사용하여 그 결과값을 출력해 보기 </a:t>
            </a:r>
            <a:endParaRPr lang="en-US" altLang="ko-KR" dirty="0"/>
          </a:p>
          <a:p>
            <a:r>
              <a:rPr lang="ko-KR" altLang="en-US" dirty="0"/>
              <a:t>예외가 발생하지 않은 경우에 실행되므로 반드시 </a:t>
            </a:r>
            <a:r>
              <a:rPr lang="en-US" altLang="ko-KR" dirty="0"/>
              <a:t>except</a:t>
            </a:r>
            <a:r>
              <a:rPr lang="ko-KR" altLang="en-US" dirty="0"/>
              <a:t>절 바로 다음에 위치해야 함</a:t>
            </a:r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9.4 try-except-else </a:t>
            </a:r>
            <a:r>
              <a:rPr lang="ko-KR" altLang="en-US" dirty="0"/>
              <a:t>문</a:t>
            </a:r>
          </a:p>
        </p:txBody>
      </p:sp>
    </p:spTree>
    <p:extLst>
      <p:ext uri="{BB962C8B-B14F-4D97-AF65-F5344CB8AC3E}">
        <p14:creationId xmlns:p14="http://schemas.microsoft.com/office/powerpoint/2010/main" val="1781431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9.4 try-except-else </a:t>
            </a:r>
            <a:r>
              <a:rPr lang="ko-KR" altLang="en-US" dirty="0"/>
              <a:t>문</a:t>
            </a:r>
          </a:p>
        </p:txBody>
      </p:sp>
      <p:pic>
        <p:nvPicPr>
          <p:cNvPr id="6" name="내용 개체 틀 5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659731" y="1230313"/>
            <a:ext cx="8829675" cy="471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858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r="37295"/>
          <a:stretch/>
        </p:blipFill>
        <p:spPr>
          <a:xfrm>
            <a:off x="511006" y="2644124"/>
            <a:ext cx="4306263" cy="1209675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제수가 </a:t>
            </a:r>
            <a:r>
              <a:rPr lang="en-US" altLang="ko-KR" dirty="0"/>
              <a:t>0</a:t>
            </a:r>
            <a:r>
              <a:rPr lang="ko-KR" altLang="en-US" dirty="0"/>
              <a:t>인 입력 값을 사용할 경우</a:t>
            </a:r>
            <a:endParaRPr lang="en-US" altLang="ko-KR" dirty="0"/>
          </a:p>
          <a:p>
            <a:pPr lvl="1"/>
            <a:r>
              <a:rPr lang="en-US" altLang="ko-KR" dirty="0" err="1"/>
              <a:t>ZeroDivisionError</a:t>
            </a:r>
            <a:r>
              <a:rPr lang="en-US" altLang="ko-KR" dirty="0"/>
              <a:t> </a:t>
            </a:r>
            <a:r>
              <a:rPr lang="ko-KR" altLang="en-US" dirty="0"/>
              <a:t>예외가 발생</a:t>
            </a:r>
          </a:p>
          <a:p>
            <a:pPr lvl="1"/>
            <a:endParaRPr lang="en-US" altLang="ko-KR" dirty="0"/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3F8A12A-8DFA-A44E-A702-04078DC93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9.4 try-except-else </a:t>
            </a:r>
            <a:r>
              <a:rPr lang="ko-KR" altLang="en-US" dirty="0"/>
              <a:t>문</a:t>
            </a: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C4169A59-64BF-4406-A4FD-4A951CDFE5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4523116"/>
              </p:ext>
            </p:extLst>
          </p:nvPr>
        </p:nvGraphicFramePr>
        <p:xfrm>
          <a:off x="5441956" y="1629010"/>
          <a:ext cx="5746878" cy="4305081"/>
        </p:xfrm>
        <a:graphic>
          <a:graphicData uri="http://schemas.openxmlformats.org/drawingml/2006/table">
            <a:tbl>
              <a:tblPr/>
              <a:tblGrid>
                <a:gridCol w="5746878">
                  <a:extLst>
                    <a:ext uri="{9D8B030D-6E8A-4147-A177-3AD203B41FA5}">
                      <a16:colId xmlns:a16="http://schemas.microsoft.com/office/drawing/2014/main" val="3505809877"/>
                    </a:ext>
                  </a:extLst>
                </a:gridCol>
              </a:tblGrid>
              <a:tr h="363060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try_except_else_test.py</a:t>
                      </a:r>
                    </a:p>
                  </a:txBody>
                  <a:tcPr marL="57994" marR="57994" marT="16034" marB="16034" anchor="ctr">
                    <a:lnL w="19050" cap="flat" cmpd="sng" algn="ctr">
                      <a:solidFill>
                        <a:schemeClr val="accent4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4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4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6477699"/>
                  </a:ext>
                </a:extLst>
              </a:tr>
              <a:tr h="3942021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</a:t>
                      </a:r>
                      <a:r>
                        <a:rPr lang="en-US" altLang="ko-KR" sz="1400" b="1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try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:</a:t>
                      </a:r>
                    </a:p>
                    <a:p>
                      <a:pPr marL="0" marR="0" indent="0" algn="just" fontAlgn="base" latinLnBrk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   a, b = input('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두 수를 </a:t>
                      </a:r>
                      <a:r>
                        <a:rPr lang="ko-KR" altLang="en-US" sz="1400" kern="0" spc="0" dirty="0" err="1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입력하시오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: ').split()</a:t>
                      </a:r>
                    </a:p>
                    <a:p>
                      <a:pPr marL="0" marR="0" indent="0" algn="just" fontAlgn="base" latinLnBrk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   result = int(a) / int(b)</a:t>
                      </a:r>
                    </a:p>
                    <a:p>
                      <a:pPr marL="0" marR="0" indent="0" algn="just" fontAlgn="base" latinLnBrk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</a:t>
                      </a:r>
                      <a:r>
                        <a:rPr lang="en-US" altLang="ko-KR" sz="1400" b="1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except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</a:t>
                      </a:r>
                      <a:r>
                        <a:rPr lang="en-US" altLang="ko-KR" sz="1400" kern="0" spc="0" dirty="0" err="1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ZeroDivisionError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:</a:t>
                      </a:r>
                    </a:p>
                    <a:p>
                      <a:pPr marL="0" marR="0" indent="0" algn="just" fontAlgn="base" latinLnBrk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   print('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오류 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: 0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으로 나눔을 시도했습니다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.')</a:t>
                      </a:r>
                    </a:p>
                    <a:p>
                      <a:pPr marL="0" marR="0" indent="0" algn="just" fontAlgn="base" latinLnBrk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</a:t>
                      </a:r>
                      <a:r>
                        <a:rPr lang="en-US" altLang="ko-KR" sz="1400" b="1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except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</a:t>
                      </a:r>
                      <a:r>
                        <a:rPr lang="en-US" altLang="ko-KR" sz="1400" kern="0" spc="0" dirty="0" err="1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ValueError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:</a:t>
                      </a:r>
                    </a:p>
                    <a:p>
                      <a:pPr marL="0" marR="0" indent="0" algn="just" fontAlgn="base" latinLnBrk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   print('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오류 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: 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입력 값이 정수나 실수가 아닙니다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.')</a:t>
                      </a:r>
                    </a:p>
                    <a:p>
                      <a:pPr marL="0" marR="0" indent="0" algn="just" fontAlgn="base" latinLnBrk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</a:t>
                      </a:r>
                      <a:r>
                        <a:rPr lang="en-US" altLang="ko-KR" sz="1400" b="1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except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:</a:t>
                      </a:r>
                    </a:p>
                    <a:p>
                      <a:pPr marL="0" marR="0" indent="0" algn="just" fontAlgn="base" latinLnBrk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   print('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오류 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: 10 2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와 같이 두 정수를 입력하세요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.')</a:t>
                      </a:r>
                    </a:p>
                    <a:p>
                      <a:pPr marL="0" marR="0" indent="0" algn="just" fontAlgn="base" latinLnBrk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</a:t>
                      </a:r>
                      <a:r>
                        <a:rPr lang="en-US" altLang="ko-KR" sz="1400" b="1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else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:</a:t>
                      </a:r>
                    </a:p>
                    <a:p>
                      <a:pPr marL="0" marR="0" indent="0" algn="just" fontAlgn="base" latinLnBrk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   print('{} / {} = {}'.format(a, b, result))</a:t>
                      </a:r>
                    </a:p>
                  </a:txBody>
                  <a:tcPr marL="57994" marR="57994" marT="16034" marB="16034" anchor="ctr">
                    <a:lnL w="19050" cap="flat" cmpd="sng" algn="ctr">
                      <a:solidFill>
                        <a:schemeClr val="accent4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4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4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321743"/>
                  </a:ext>
                </a:extLst>
              </a:tr>
            </a:tbl>
          </a:graphicData>
        </a:graphic>
      </p:graphicFrame>
      <p:sp>
        <p:nvSpPr>
          <p:cNvPr id="23" name="자유형 22"/>
          <p:cNvSpPr/>
          <p:nvPr/>
        </p:nvSpPr>
        <p:spPr>
          <a:xfrm>
            <a:off x="5025498" y="3119718"/>
            <a:ext cx="716396" cy="577663"/>
          </a:xfrm>
          <a:custGeom>
            <a:avLst/>
            <a:gdLst>
              <a:gd name="connsiteX0" fmla="*/ 800100 w 800100"/>
              <a:gd name="connsiteY0" fmla="*/ 0 h 790575"/>
              <a:gd name="connsiteX1" fmla="*/ 0 w 800100"/>
              <a:gd name="connsiteY1" fmla="*/ 0 h 790575"/>
              <a:gd name="connsiteX2" fmla="*/ 0 w 800100"/>
              <a:gd name="connsiteY2" fmla="*/ 790575 h 790575"/>
              <a:gd name="connsiteX3" fmla="*/ 790575 w 800100"/>
              <a:gd name="connsiteY3" fmla="*/ 790575 h 790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0100" h="790575">
                <a:moveTo>
                  <a:pt x="800100" y="0"/>
                </a:moveTo>
                <a:lnTo>
                  <a:pt x="0" y="0"/>
                </a:lnTo>
                <a:lnTo>
                  <a:pt x="0" y="790575"/>
                </a:lnTo>
                <a:lnTo>
                  <a:pt x="790575" y="790575"/>
                </a:lnTo>
              </a:path>
            </a:pathLst>
          </a:custGeom>
          <a:noFill/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0300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92551F4B-6969-EA89-8F33-595C483FDC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0582191"/>
              </p:ext>
            </p:extLst>
          </p:nvPr>
        </p:nvGraphicFramePr>
        <p:xfrm>
          <a:off x="5195437" y="1546388"/>
          <a:ext cx="6418350" cy="4168140"/>
        </p:xfrm>
        <a:graphic>
          <a:graphicData uri="http://schemas.openxmlformats.org/drawingml/2006/table">
            <a:tbl>
              <a:tblPr/>
              <a:tblGrid>
                <a:gridCol w="6418350">
                  <a:extLst>
                    <a:ext uri="{9D8B030D-6E8A-4147-A177-3AD203B41FA5}">
                      <a16:colId xmlns:a16="http://schemas.microsoft.com/office/drawing/2014/main" val="3505809877"/>
                    </a:ext>
                  </a:extLst>
                </a:gridCol>
              </a:tblGrid>
              <a:tr h="292919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try_except_else_test.py</a:t>
                      </a:r>
                    </a:p>
                  </a:txBody>
                  <a:tcPr marL="64770" marR="64770" marT="17907" marB="17907" anchor="ctr">
                    <a:lnL w="19050" cap="flat" cmpd="sng" algn="ctr">
                      <a:solidFill>
                        <a:schemeClr val="accent4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4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4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6477699"/>
                  </a:ext>
                </a:extLst>
              </a:tr>
              <a:tr h="318044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</a:t>
                      </a:r>
                      <a:r>
                        <a:rPr lang="en-US" altLang="ko-KR" sz="1600" b="1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try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:</a:t>
                      </a:r>
                    </a:p>
                    <a:p>
                      <a:pPr marL="0" marR="0" indent="0" algn="just" fontAlgn="base" latinLnBrk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   a, b = input('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두 수를 </a:t>
                      </a:r>
                      <a:r>
                        <a:rPr lang="ko-KR" altLang="en-US" sz="1600" kern="0" spc="0" dirty="0" err="1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입력하시오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: ').split()</a:t>
                      </a:r>
                    </a:p>
                    <a:p>
                      <a:pPr marL="0" marR="0" indent="0" algn="just" fontAlgn="base" latinLnBrk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   result = int(a) / int(b)</a:t>
                      </a:r>
                    </a:p>
                    <a:p>
                      <a:pPr marL="0" marR="0" indent="0" algn="just" fontAlgn="base" latinLnBrk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</a:t>
                      </a:r>
                      <a:r>
                        <a:rPr lang="en-US" altLang="ko-KR" sz="1600" b="1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except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</a:t>
                      </a:r>
                      <a:r>
                        <a:rPr lang="en-US" altLang="ko-KR" sz="1600" kern="0" spc="0" dirty="0" err="1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ZeroDivisionError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:</a:t>
                      </a:r>
                    </a:p>
                    <a:p>
                      <a:pPr marL="0" marR="0" indent="0" algn="just" fontAlgn="base" latinLnBrk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   print('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오류 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: 0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으로 나눔을 시도했습니다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.')</a:t>
                      </a:r>
                    </a:p>
                    <a:p>
                      <a:pPr marL="0" marR="0" indent="0" algn="just" fontAlgn="base" latinLnBrk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</a:t>
                      </a:r>
                      <a:r>
                        <a:rPr lang="en-US" altLang="ko-KR" sz="1600" b="1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except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</a:t>
                      </a:r>
                      <a:r>
                        <a:rPr lang="en-US" altLang="ko-KR" sz="1600" kern="0" spc="0" dirty="0" err="1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ValueError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:</a:t>
                      </a:r>
                    </a:p>
                    <a:p>
                      <a:pPr marL="0" marR="0" indent="0" algn="just" fontAlgn="base" latinLnBrk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   print('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오류 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: 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입력 값이 정수나 실수가 아닙니다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.')</a:t>
                      </a:r>
                    </a:p>
                    <a:p>
                      <a:pPr marL="0" marR="0" indent="0" algn="just" fontAlgn="base" latinLnBrk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</a:t>
                      </a:r>
                      <a:r>
                        <a:rPr lang="en-US" altLang="ko-KR" sz="1600" b="1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except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:</a:t>
                      </a:r>
                    </a:p>
                    <a:p>
                      <a:pPr marL="0" marR="0" indent="0" algn="just" fontAlgn="base" latinLnBrk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   print('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오류 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: 10 2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와 같이 두 정수를 입력하세요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.')</a:t>
                      </a:r>
                    </a:p>
                    <a:p>
                      <a:pPr marL="0" marR="0" indent="0" algn="just" fontAlgn="base" latinLnBrk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</a:t>
                      </a:r>
                      <a:r>
                        <a:rPr lang="en-US" altLang="ko-KR" sz="1600" b="1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else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:</a:t>
                      </a:r>
                    </a:p>
                    <a:p>
                      <a:pPr marL="0" marR="0" indent="0" algn="just" fontAlgn="base" latinLnBrk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   print('{} / {} = {}'.format(a, b, result))</a:t>
                      </a:r>
                    </a:p>
                  </a:txBody>
                  <a:tcPr marL="64770" marR="64770" marT="17907" marB="17907" anchor="ctr">
                    <a:lnL w="19050" cap="flat" cmpd="sng" algn="ctr">
                      <a:solidFill>
                        <a:schemeClr val="accent4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4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4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321743"/>
                  </a:ext>
                </a:extLst>
              </a:tr>
            </a:tbl>
          </a:graphicData>
        </a:graphic>
      </p:graphicFrame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 err="1"/>
              <a:t>입력값을</a:t>
            </a:r>
            <a:r>
              <a:rPr lang="ko-KR" altLang="en-US" dirty="0"/>
              <a:t> 한글로 입력할 경우</a:t>
            </a:r>
            <a:endParaRPr lang="en-US" altLang="ko-KR" dirty="0"/>
          </a:p>
          <a:p>
            <a:pPr lvl="1" fontAlgn="base"/>
            <a:r>
              <a:rPr lang="en-US" altLang="ko-KR" dirty="0" err="1"/>
              <a:t>ValueError</a:t>
            </a:r>
            <a:r>
              <a:rPr lang="en-US" altLang="ko-KR" dirty="0"/>
              <a:t> </a:t>
            </a:r>
            <a:r>
              <a:rPr lang="ko-KR" altLang="en-US" dirty="0"/>
              <a:t>예외가 발생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3F8A12A-8DFA-A44E-A702-04078DC93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9.4 try-except-else </a:t>
            </a:r>
            <a:r>
              <a:rPr lang="ko-KR" altLang="en-US" dirty="0"/>
              <a:t>문</a:t>
            </a:r>
          </a:p>
        </p:txBody>
      </p:sp>
      <p:sp>
        <p:nvSpPr>
          <p:cNvPr id="23" name="자유형 22"/>
          <p:cNvSpPr/>
          <p:nvPr/>
        </p:nvSpPr>
        <p:spPr>
          <a:xfrm>
            <a:off x="4837239" y="2774361"/>
            <a:ext cx="716396" cy="1437875"/>
          </a:xfrm>
          <a:custGeom>
            <a:avLst/>
            <a:gdLst>
              <a:gd name="connsiteX0" fmla="*/ 800100 w 800100"/>
              <a:gd name="connsiteY0" fmla="*/ 0 h 790575"/>
              <a:gd name="connsiteX1" fmla="*/ 0 w 800100"/>
              <a:gd name="connsiteY1" fmla="*/ 0 h 790575"/>
              <a:gd name="connsiteX2" fmla="*/ 0 w 800100"/>
              <a:gd name="connsiteY2" fmla="*/ 790575 h 790575"/>
              <a:gd name="connsiteX3" fmla="*/ 790575 w 800100"/>
              <a:gd name="connsiteY3" fmla="*/ 790575 h 790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0100" h="790575">
                <a:moveTo>
                  <a:pt x="800100" y="0"/>
                </a:moveTo>
                <a:lnTo>
                  <a:pt x="0" y="0"/>
                </a:lnTo>
                <a:lnTo>
                  <a:pt x="0" y="790575"/>
                </a:lnTo>
                <a:lnTo>
                  <a:pt x="790575" y="790575"/>
                </a:lnTo>
              </a:path>
            </a:pathLst>
          </a:custGeom>
          <a:noFill/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rcRect r="35059"/>
          <a:stretch/>
        </p:blipFill>
        <p:spPr>
          <a:xfrm>
            <a:off x="814907" y="2431677"/>
            <a:ext cx="3841685" cy="1142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78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ko-KR" dirty="0"/>
              <a:t>10 2</a:t>
            </a:r>
            <a:r>
              <a:rPr lang="ko-KR" altLang="en-US" dirty="0"/>
              <a:t>와 같은 정상적인 </a:t>
            </a:r>
            <a:r>
              <a:rPr lang="ko-KR" altLang="en-US" dirty="0" err="1"/>
              <a:t>입력값</a:t>
            </a:r>
            <a:r>
              <a:rPr lang="ko-KR" altLang="en-US" dirty="0"/>
              <a:t> 사용할 경우</a:t>
            </a:r>
            <a:endParaRPr lang="en-US" altLang="ko-KR" dirty="0"/>
          </a:p>
          <a:p>
            <a:pPr lvl="1" fontAlgn="base"/>
            <a:r>
              <a:rPr lang="en-US" altLang="ko-KR" dirty="0"/>
              <a:t>else</a:t>
            </a:r>
            <a:r>
              <a:rPr lang="ko-KR" altLang="en-US" dirty="0"/>
              <a:t>문을 실행함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3F8A12A-8DFA-A44E-A702-04078DC93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9.4 try-except-else </a:t>
            </a:r>
            <a:r>
              <a:rPr lang="ko-KR" altLang="en-US" dirty="0"/>
              <a:t>문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13F7683-D51E-A05D-A188-E767CE66C5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5424864"/>
              </p:ext>
            </p:extLst>
          </p:nvPr>
        </p:nvGraphicFramePr>
        <p:xfrm>
          <a:off x="5137895" y="2042965"/>
          <a:ext cx="6418350" cy="4168140"/>
        </p:xfrm>
        <a:graphic>
          <a:graphicData uri="http://schemas.openxmlformats.org/drawingml/2006/table">
            <a:tbl>
              <a:tblPr/>
              <a:tblGrid>
                <a:gridCol w="6418350">
                  <a:extLst>
                    <a:ext uri="{9D8B030D-6E8A-4147-A177-3AD203B41FA5}">
                      <a16:colId xmlns:a16="http://schemas.microsoft.com/office/drawing/2014/main" val="3505809877"/>
                    </a:ext>
                  </a:extLst>
                </a:gridCol>
              </a:tblGrid>
              <a:tr h="333488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try_except_else_test.py</a:t>
                      </a:r>
                    </a:p>
                  </a:txBody>
                  <a:tcPr marL="64770" marR="64770" marT="17907" marB="17907" anchor="ctr">
                    <a:lnL w="19050" cap="flat" cmpd="sng" algn="ctr">
                      <a:solidFill>
                        <a:schemeClr val="accent4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4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4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6477699"/>
                  </a:ext>
                </a:extLst>
              </a:tr>
              <a:tr h="3620935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</a:t>
                      </a:r>
                      <a:r>
                        <a:rPr lang="en-US" altLang="ko-KR" sz="1600" b="1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try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:</a:t>
                      </a:r>
                    </a:p>
                    <a:p>
                      <a:pPr marL="0" marR="0" indent="0" algn="just" fontAlgn="base" latinLnBrk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   a, b = input('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두 수를 </a:t>
                      </a:r>
                      <a:r>
                        <a:rPr lang="ko-KR" altLang="en-US" sz="1600" kern="0" spc="0" dirty="0" err="1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입력하시오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: ').split()</a:t>
                      </a:r>
                    </a:p>
                    <a:p>
                      <a:pPr marL="0" marR="0" indent="0" algn="just" fontAlgn="base" latinLnBrk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   result = int(a) / int(b)</a:t>
                      </a:r>
                    </a:p>
                    <a:p>
                      <a:pPr marL="0" marR="0" indent="0" algn="just" fontAlgn="base" latinLnBrk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</a:t>
                      </a:r>
                      <a:r>
                        <a:rPr lang="en-US" altLang="ko-KR" sz="1600" b="1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except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</a:t>
                      </a:r>
                      <a:r>
                        <a:rPr lang="en-US" altLang="ko-KR" sz="1600" kern="0" spc="0" dirty="0" err="1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ZeroDivisionError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:</a:t>
                      </a:r>
                    </a:p>
                    <a:p>
                      <a:pPr marL="0" marR="0" indent="0" algn="just" fontAlgn="base" latinLnBrk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   print('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오류 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: 0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으로 나눔을 시도했습니다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.')</a:t>
                      </a:r>
                    </a:p>
                    <a:p>
                      <a:pPr marL="0" marR="0" indent="0" algn="just" fontAlgn="base" latinLnBrk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</a:t>
                      </a:r>
                      <a:r>
                        <a:rPr lang="en-US" altLang="ko-KR" sz="1600" b="1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except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</a:t>
                      </a:r>
                      <a:r>
                        <a:rPr lang="en-US" altLang="ko-KR" sz="1600" kern="0" spc="0" dirty="0" err="1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ValueError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:</a:t>
                      </a:r>
                    </a:p>
                    <a:p>
                      <a:pPr marL="0" marR="0" indent="0" algn="just" fontAlgn="base" latinLnBrk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   print('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오류 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: 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입력 값이 정수나 실수가 아닙니다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.')</a:t>
                      </a:r>
                    </a:p>
                    <a:p>
                      <a:pPr marL="0" marR="0" indent="0" algn="just" fontAlgn="base" latinLnBrk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</a:t>
                      </a:r>
                      <a:r>
                        <a:rPr lang="en-US" altLang="ko-KR" sz="1600" b="1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except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:</a:t>
                      </a:r>
                    </a:p>
                    <a:p>
                      <a:pPr marL="0" marR="0" indent="0" algn="just" fontAlgn="base" latinLnBrk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   print('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오류 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: 10 2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와 같이 두 정수를 입력하세요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.')</a:t>
                      </a:r>
                    </a:p>
                    <a:p>
                      <a:pPr marL="0" marR="0" indent="0" algn="just" fontAlgn="base" latinLnBrk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</a:t>
                      </a:r>
                      <a:r>
                        <a:rPr lang="en-US" altLang="ko-KR" sz="1600" b="1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else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:</a:t>
                      </a:r>
                    </a:p>
                    <a:p>
                      <a:pPr marL="0" marR="0" indent="0" algn="just" fontAlgn="base" latinLnBrk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   print('{} / {} = {}'.format(a, b, result))</a:t>
                      </a:r>
                    </a:p>
                  </a:txBody>
                  <a:tcPr marL="64770" marR="64770" marT="17907" marB="17907" anchor="ctr">
                    <a:lnL w="19050" cap="flat" cmpd="sng" algn="ctr">
                      <a:solidFill>
                        <a:schemeClr val="accent4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4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4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321743"/>
                  </a:ext>
                </a:extLst>
              </a:tr>
            </a:tbl>
          </a:graphicData>
        </a:graphic>
      </p:graphicFrame>
      <p:sp>
        <p:nvSpPr>
          <p:cNvPr id="6" name="자유형 9">
            <a:extLst>
              <a:ext uri="{FF2B5EF4-FFF2-40B4-BE49-F238E27FC236}">
                <a16:creationId xmlns:a16="http://schemas.microsoft.com/office/drawing/2014/main" id="{E47C33E1-EDF5-3922-1E6B-7DBB0A29996A}"/>
              </a:ext>
            </a:extLst>
          </p:cNvPr>
          <p:cNvSpPr/>
          <p:nvPr/>
        </p:nvSpPr>
        <p:spPr>
          <a:xfrm>
            <a:off x="4648200" y="3301253"/>
            <a:ext cx="800100" cy="2678206"/>
          </a:xfrm>
          <a:custGeom>
            <a:avLst/>
            <a:gdLst>
              <a:gd name="connsiteX0" fmla="*/ 800100 w 800100"/>
              <a:gd name="connsiteY0" fmla="*/ 0 h 790575"/>
              <a:gd name="connsiteX1" fmla="*/ 0 w 800100"/>
              <a:gd name="connsiteY1" fmla="*/ 0 h 790575"/>
              <a:gd name="connsiteX2" fmla="*/ 0 w 800100"/>
              <a:gd name="connsiteY2" fmla="*/ 790575 h 790575"/>
              <a:gd name="connsiteX3" fmla="*/ 790575 w 800100"/>
              <a:gd name="connsiteY3" fmla="*/ 790575 h 790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0100" h="790575">
                <a:moveTo>
                  <a:pt x="800100" y="0"/>
                </a:moveTo>
                <a:lnTo>
                  <a:pt x="0" y="0"/>
                </a:lnTo>
                <a:lnTo>
                  <a:pt x="0" y="790575"/>
                </a:lnTo>
                <a:lnTo>
                  <a:pt x="790575" y="790575"/>
                </a:lnTo>
              </a:path>
            </a:pathLst>
          </a:custGeom>
          <a:noFill/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A8C5F95-2F03-105E-81BD-52210A06743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7702"/>
          <a:stretch/>
        </p:blipFill>
        <p:spPr>
          <a:xfrm>
            <a:off x="717493" y="3827929"/>
            <a:ext cx="3753503" cy="1212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55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2FBEC9A0-3993-65D1-2749-83603E324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9.4 try-except-else </a:t>
            </a:r>
            <a:r>
              <a:rPr lang="ko-KR" altLang="en-US" dirty="0"/>
              <a:t>문</a:t>
            </a:r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645444" y="1449388"/>
            <a:ext cx="8858250" cy="427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337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275" y="2493301"/>
            <a:ext cx="9100345" cy="2801613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ko-KR" dirty="0"/>
              <a:t>except</a:t>
            </a:r>
            <a:r>
              <a:rPr lang="ko-KR" altLang="en-US" dirty="0"/>
              <a:t>와 </a:t>
            </a:r>
            <a:r>
              <a:rPr lang="en-US" altLang="ko-KR" dirty="0"/>
              <a:t>else</a:t>
            </a:r>
            <a:r>
              <a:rPr lang="ko-KR" altLang="en-US" dirty="0"/>
              <a:t>의 차이는 예외의 발생 여부</a:t>
            </a:r>
          </a:p>
          <a:p>
            <a:r>
              <a:rPr lang="en-US" altLang="ko-KR" dirty="0"/>
              <a:t>finally</a:t>
            </a:r>
            <a:r>
              <a:rPr lang="ko-KR" altLang="en-US" dirty="0"/>
              <a:t>는 예외의 발생 여부와 상관없이 항상 실행</a:t>
            </a:r>
          </a:p>
          <a:p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9.5 try-except-finally </a:t>
            </a:r>
            <a:r>
              <a:rPr lang="ko-KR" altLang="en-US" dirty="0"/>
              <a:t>문</a:t>
            </a:r>
          </a:p>
        </p:txBody>
      </p:sp>
    </p:spTree>
    <p:extLst>
      <p:ext uri="{BB962C8B-B14F-4D97-AF65-F5344CB8AC3E}">
        <p14:creationId xmlns:p14="http://schemas.microsoft.com/office/powerpoint/2010/main" val="3768078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EBF2C07-69A5-AB10-2194-EB8638D08D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/>
              <a:t>divide()</a:t>
            </a:r>
            <a:r>
              <a:rPr lang="ko-KR" altLang="en-US" sz="2400" dirty="0"/>
              <a:t>라는 함수를 사용하여 함수 내부에서 예외를 처리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dirty="0"/>
              <a:t>9.5 try-except-finally </a:t>
            </a:r>
            <a:r>
              <a:rPr lang="ko-KR" altLang="en-US" dirty="0"/>
              <a:t>문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199BFEC2-DF73-0E91-DEEF-6727C2F58E7F}"/>
              </a:ext>
            </a:extLst>
          </p:cNvPr>
          <p:cNvGrpSpPr/>
          <p:nvPr/>
        </p:nvGrpSpPr>
        <p:grpSpPr>
          <a:xfrm>
            <a:off x="1067257" y="1700808"/>
            <a:ext cx="7529896" cy="4545130"/>
            <a:chOff x="753534" y="1160879"/>
            <a:chExt cx="8815944" cy="5321403"/>
          </a:xfrm>
        </p:grpSpPr>
        <p:grpSp>
          <p:nvGrpSpPr>
            <p:cNvPr id="10" name="그룹 9"/>
            <p:cNvGrpSpPr/>
            <p:nvPr/>
          </p:nvGrpSpPr>
          <p:grpSpPr>
            <a:xfrm>
              <a:off x="753534" y="1160879"/>
              <a:ext cx="8280400" cy="5321403"/>
              <a:chOff x="5370175" y="-467759"/>
              <a:chExt cx="8769929" cy="5758945"/>
            </a:xfrm>
          </p:grpSpPr>
          <p:pic>
            <p:nvPicPr>
              <p:cNvPr id="7" name="그림 6"/>
              <p:cNvPicPr>
                <a:picLocks noChangeAspect="1"/>
              </p:cNvPicPr>
              <p:nvPr/>
            </p:nvPicPr>
            <p:blipFill rotWithShape="1">
              <a:blip r:embed="rId2"/>
              <a:srcRect l="677" r="955"/>
              <a:stretch/>
            </p:blipFill>
            <p:spPr>
              <a:xfrm>
                <a:off x="5370177" y="-467759"/>
                <a:ext cx="8769927" cy="4905375"/>
              </a:xfrm>
              <a:prstGeom prst="rect">
                <a:avLst/>
              </a:prstGeom>
            </p:spPr>
          </p:pic>
          <p:pic>
            <p:nvPicPr>
              <p:cNvPr id="9" name="그림 8"/>
              <p:cNvPicPr>
                <a:picLocks noChangeAspect="1"/>
              </p:cNvPicPr>
              <p:nvPr/>
            </p:nvPicPr>
            <p:blipFill rotWithShape="1">
              <a:blip r:embed="rId3"/>
              <a:srcRect l="539" t="9175" r="882"/>
              <a:stretch/>
            </p:blipFill>
            <p:spPr>
              <a:xfrm>
                <a:off x="5370175" y="4080037"/>
                <a:ext cx="8769929" cy="1211149"/>
              </a:xfrm>
              <a:prstGeom prst="rect">
                <a:avLst/>
              </a:prstGeom>
            </p:spPr>
          </p:pic>
        </p:grpSp>
        <p:grpSp>
          <p:nvGrpSpPr>
            <p:cNvPr id="4" name="그룹 3"/>
            <p:cNvGrpSpPr/>
            <p:nvPr/>
          </p:nvGrpSpPr>
          <p:grpSpPr>
            <a:xfrm>
              <a:off x="3333394" y="3720037"/>
              <a:ext cx="6236084" cy="655481"/>
              <a:chOff x="504909" y="720211"/>
              <a:chExt cx="5947986" cy="613248"/>
            </a:xfrm>
          </p:grpSpPr>
          <p:sp>
            <p:nvSpPr>
              <p:cNvPr id="5" name="TextBox 4"/>
              <p:cNvSpPr txBox="1"/>
              <p:nvPr/>
            </p:nvSpPr>
            <p:spPr>
              <a:xfrm>
                <a:off x="1803824" y="720211"/>
                <a:ext cx="4649071" cy="370838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600" b="1" dirty="0">
                    <a:solidFill>
                      <a:srgbClr val="FF0000"/>
                    </a:solidFill>
                  </a:rPr>
                  <a:t>예외 발생 여부와 상관없이 </a:t>
                </a:r>
                <a:r>
                  <a:rPr lang="en-US" altLang="ko-KR" sz="1600" b="1" dirty="0">
                    <a:solidFill>
                      <a:srgbClr val="FF0000"/>
                    </a:solidFill>
                  </a:rPr>
                  <a:t>“</a:t>
                </a:r>
                <a:r>
                  <a:rPr lang="ko-KR" altLang="en-US" sz="1600" b="1" dirty="0">
                    <a:solidFill>
                      <a:srgbClr val="FF0000"/>
                    </a:solidFill>
                  </a:rPr>
                  <a:t>항상</a:t>
                </a:r>
                <a:r>
                  <a:rPr lang="en-US" altLang="ko-KR" sz="1600" b="1" dirty="0">
                    <a:solidFill>
                      <a:srgbClr val="FF0000"/>
                    </a:solidFill>
                  </a:rPr>
                  <a:t>” </a:t>
                </a:r>
                <a:r>
                  <a:rPr lang="ko-KR" altLang="en-US" sz="1600" b="1" dirty="0">
                    <a:solidFill>
                      <a:srgbClr val="FF0000"/>
                    </a:solidFill>
                  </a:rPr>
                  <a:t>실행됨</a:t>
                </a:r>
              </a:p>
            </p:txBody>
          </p:sp>
          <p:cxnSp>
            <p:nvCxnSpPr>
              <p:cNvPr id="6" name="직선 화살표 연결선 5"/>
              <p:cNvCxnSpPr/>
              <p:nvPr/>
            </p:nvCxnSpPr>
            <p:spPr>
              <a:xfrm flipH="1">
                <a:off x="504909" y="878581"/>
                <a:ext cx="1298915" cy="454878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069552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2B6832B1-265E-9183-CB49-9095FAA093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divide()</a:t>
            </a:r>
            <a:r>
              <a:rPr lang="ko-KR" altLang="en-US" sz="2400" dirty="0"/>
              <a:t>라는 함수를 사용하여 함수 내부에서 예외를 처리</a:t>
            </a:r>
            <a:endParaRPr lang="ko-KR" altLang="en-US" dirty="0"/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94D23D6B-A863-9D2B-795F-AFECCE02F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9.5 try-except-finally </a:t>
            </a:r>
            <a:r>
              <a:rPr lang="ko-KR" altLang="en-US" dirty="0"/>
              <a:t>문</a:t>
            </a:r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7B9322F6-C446-D418-3586-D6EEF0FA3FF2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ko-KR" dirty="0"/>
              <a:t>divide()</a:t>
            </a:r>
            <a:r>
              <a:rPr lang="ko-KR" altLang="en-US" dirty="0"/>
              <a:t>에 </a:t>
            </a:r>
            <a:r>
              <a:rPr lang="en-US" altLang="ko-KR" dirty="0"/>
              <a:t>100</a:t>
            </a:r>
            <a:r>
              <a:rPr lang="ko-KR" altLang="en-US" dirty="0"/>
              <a:t>과 </a:t>
            </a:r>
            <a:r>
              <a:rPr lang="en-US" altLang="ko-KR" dirty="0"/>
              <a:t>2</a:t>
            </a:r>
            <a:r>
              <a:rPr lang="ko-KR" altLang="en-US" dirty="0"/>
              <a:t>를 전달한 경우 예외가 발생하지 않으므로 결과를 출력하고 “수행완료” 메시지가 뜸</a:t>
            </a:r>
            <a:endParaRPr lang="en-US" altLang="ko-KR" dirty="0"/>
          </a:p>
          <a:p>
            <a:r>
              <a:rPr lang="ko-KR" altLang="en-US" dirty="0"/>
              <a:t>인자 </a:t>
            </a:r>
            <a:r>
              <a:rPr lang="en-US" altLang="ko-KR" dirty="0"/>
              <a:t>100</a:t>
            </a:r>
            <a:r>
              <a:rPr lang="ko-KR" altLang="en-US" dirty="0"/>
              <a:t>과 </a:t>
            </a:r>
            <a:r>
              <a:rPr lang="en-US" altLang="ko-KR" dirty="0"/>
              <a:t>0</a:t>
            </a:r>
            <a:r>
              <a:rPr lang="ko-KR" altLang="en-US" dirty="0"/>
              <a:t>을 전달한 경우 </a:t>
            </a:r>
            <a:r>
              <a:rPr lang="en-US" altLang="ko-KR" dirty="0" err="1"/>
              <a:t>ZeroDivisionError</a:t>
            </a:r>
            <a:r>
              <a:rPr lang="ko-KR" altLang="en-US" dirty="0"/>
              <a:t>가 발생하여 </a:t>
            </a:r>
            <a:r>
              <a:rPr lang="en-US" altLang="ko-KR" dirty="0"/>
              <a:t>except</a:t>
            </a:r>
            <a:r>
              <a:rPr lang="ko-KR" altLang="en-US" dirty="0"/>
              <a:t>로 넘어가서 “</a:t>
            </a:r>
            <a:r>
              <a:rPr lang="en-US" altLang="ko-KR" dirty="0"/>
              <a:t>0</a:t>
            </a:r>
            <a:r>
              <a:rPr lang="ko-KR" altLang="en-US" dirty="0"/>
              <a:t>으로 나누는 </a:t>
            </a:r>
            <a:r>
              <a:rPr lang="ko-KR" altLang="en-US" dirty="0" err="1"/>
              <a:t>오류발생”이라는</a:t>
            </a:r>
            <a:r>
              <a:rPr lang="ko-KR" altLang="en-US" dirty="0"/>
              <a:t> 메시지를 출력하고 “수행완료” 메시지를 출력</a:t>
            </a:r>
            <a:endParaRPr lang="en-US" altLang="ko-KR" dirty="0"/>
          </a:p>
          <a:p>
            <a:r>
              <a:rPr lang="en-US" altLang="ko-KR" dirty="0"/>
              <a:t>finally</a:t>
            </a:r>
            <a:r>
              <a:rPr lang="ko-KR" altLang="en-US" dirty="0"/>
              <a:t>에서 실행되는 “수행완료” 출력은 예외의 발생과 상관없이 매번 실행</a:t>
            </a:r>
          </a:p>
          <a:p>
            <a:endParaRPr lang="ko-KR" altLang="en-US" dirty="0"/>
          </a:p>
          <a:p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r="59009"/>
          <a:stretch/>
        </p:blipFill>
        <p:spPr>
          <a:xfrm>
            <a:off x="2510117" y="3797562"/>
            <a:ext cx="3870035" cy="2879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698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2B6832B1-265E-9183-CB49-9095FAA093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divide()</a:t>
            </a:r>
            <a:r>
              <a:rPr lang="ko-KR" altLang="en-US" sz="2400" dirty="0"/>
              <a:t>라는 함수를 사용하여 함수 내부에서 예외를 처리</a:t>
            </a:r>
            <a:endParaRPr lang="ko-KR" altLang="en-US" dirty="0"/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94D23D6B-A863-9D2B-795F-AFECCE02F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9.5 try-except-finally </a:t>
            </a:r>
            <a:r>
              <a:rPr lang="ko-KR" altLang="en-US" dirty="0"/>
              <a:t>문</a:t>
            </a:r>
          </a:p>
        </p:txBody>
      </p:sp>
      <p:grpSp>
        <p:nvGrpSpPr>
          <p:cNvPr id="5" name="그룹 4"/>
          <p:cNvGrpSpPr/>
          <p:nvPr/>
        </p:nvGrpSpPr>
        <p:grpSpPr>
          <a:xfrm>
            <a:off x="1144803" y="1700808"/>
            <a:ext cx="8418922" cy="4389441"/>
            <a:chOff x="3192089" y="1386884"/>
            <a:chExt cx="5586152" cy="2827811"/>
          </a:xfrm>
        </p:grpSpPr>
        <p:pic>
          <p:nvPicPr>
            <p:cNvPr id="9" name="그림 8"/>
            <p:cNvPicPr>
              <a:picLocks noChangeAspect="1"/>
            </p:cNvPicPr>
            <p:nvPr/>
          </p:nvPicPr>
          <p:blipFill rotWithShape="1">
            <a:blip r:embed="rId2"/>
            <a:srcRect l="831" r="800"/>
            <a:stretch/>
          </p:blipFill>
          <p:spPr>
            <a:xfrm>
              <a:off x="3192089" y="1386884"/>
              <a:ext cx="5586151" cy="1158817"/>
            </a:xfrm>
            <a:prstGeom prst="rect">
              <a:avLst/>
            </a:prstGeom>
          </p:spPr>
        </p:pic>
        <p:pic>
          <p:nvPicPr>
            <p:cNvPr id="10" name="그림 9"/>
            <p:cNvPicPr>
              <a:picLocks noChangeAspect="1"/>
            </p:cNvPicPr>
            <p:nvPr/>
          </p:nvPicPr>
          <p:blipFill rotWithShape="1">
            <a:blip r:embed="rId3"/>
            <a:srcRect l="645" r="1080" b="45849"/>
            <a:stretch/>
          </p:blipFill>
          <p:spPr>
            <a:xfrm>
              <a:off x="3192090" y="2307355"/>
              <a:ext cx="5586151" cy="19073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15859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2B6832B1-265E-9183-CB49-9095FAA093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divide()</a:t>
            </a:r>
            <a:r>
              <a:rPr lang="ko-KR" altLang="en-US" sz="2400" dirty="0"/>
              <a:t>라는 함수를 사용하여 함수 내부에서 예외를 처리</a:t>
            </a:r>
            <a:endParaRPr lang="ko-KR" altLang="en-US" dirty="0"/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94D23D6B-A863-9D2B-795F-AFECCE02F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9.5 try-except-finally </a:t>
            </a:r>
            <a:r>
              <a:rPr lang="ko-KR" altLang="en-US" dirty="0"/>
              <a:t>문</a:t>
            </a: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2"/>
          <a:srcRect l="645" t="55066" r="1080"/>
          <a:stretch/>
        </p:blipFill>
        <p:spPr>
          <a:xfrm>
            <a:off x="1156856" y="1901842"/>
            <a:ext cx="10193120" cy="2880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415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내장 예외 </a:t>
            </a:r>
            <a:r>
              <a:rPr lang="en-US" altLang="ko-KR" sz="2400" dirty="0">
                <a:solidFill>
                  <a:schemeClr val="accent5"/>
                </a:solidFill>
              </a:rPr>
              <a:t>Built-in Exception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9.5 try-except-finally </a:t>
            </a:r>
            <a:r>
              <a:rPr lang="ko-KR" altLang="en-US" dirty="0"/>
              <a:t>문</a:t>
            </a:r>
            <a:endParaRPr lang="ko-KR" altLang="en-US" dirty="0">
              <a:solidFill>
                <a:schemeClr val="accent5"/>
              </a:solidFill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CA663A8-8B33-35C9-CD96-79513C37808C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ko-KR" dirty="0"/>
              <a:t>Exception</a:t>
            </a:r>
            <a:r>
              <a:rPr lang="ko-KR" altLang="en-US" dirty="0"/>
              <a:t>은 </a:t>
            </a:r>
            <a:r>
              <a:rPr lang="ko-KR" altLang="en-US" dirty="0">
                <a:solidFill>
                  <a:schemeClr val="accent2"/>
                </a:solidFill>
              </a:rPr>
              <a:t>클래스</a:t>
            </a:r>
            <a:r>
              <a:rPr lang="ko-KR" altLang="en-US" dirty="0"/>
              <a:t>로 정의되어 있고</a:t>
            </a:r>
            <a:r>
              <a:rPr lang="en-US" altLang="ko-KR" dirty="0"/>
              <a:t>, </a:t>
            </a:r>
            <a:r>
              <a:rPr lang="ko-KR" altLang="en-US" dirty="0"/>
              <a:t>계층적 구조로 만들어져 있기 때문에 새로운 예외를 만들 때에는 </a:t>
            </a:r>
            <a:r>
              <a:rPr lang="en-US" altLang="ko-KR" dirty="0"/>
              <a:t>Exception</a:t>
            </a:r>
            <a:r>
              <a:rPr lang="ko-KR" altLang="en-US" dirty="0"/>
              <a:t>을 상속받아서 구현함</a:t>
            </a:r>
            <a:endParaRPr lang="en-US" altLang="ko-KR" dirty="0"/>
          </a:p>
          <a:p>
            <a:r>
              <a:rPr lang="ko-KR" altLang="en-US" dirty="0">
                <a:solidFill>
                  <a:schemeClr val="accent5"/>
                </a:solidFill>
              </a:rPr>
              <a:t>클래스와 상속은 차후에 다루게 됩니다</a:t>
            </a:r>
          </a:p>
          <a:p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79062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6614" y="3056248"/>
            <a:ext cx="9098772" cy="2578639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ko-KR" dirty="0"/>
              <a:t>raise</a:t>
            </a:r>
            <a:r>
              <a:rPr lang="ko-KR" altLang="en-US" dirty="0"/>
              <a:t>를 이용하여 예외 강제로 발생 가능</a:t>
            </a:r>
            <a:endParaRPr lang="en-US" altLang="ko-KR" dirty="0"/>
          </a:p>
          <a:p>
            <a:r>
              <a:rPr lang="en-US" altLang="ko-KR" dirty="0"/>
              <a:t>raise </a:t>
            </a:r>
            <a:r>
              <a:rPr lang="ko-KR" altLang="en-US" dirty="0"/>
              <a:t>문에 의해서 </a:t>
            </a:r>
            <a:r>
              <a:rPr lang="en-US" altLang="ko-KR" dirty="0"/>
              <a:t>Exception</a:t>
            </a:r>
            <a:r>
              <a:rPr lang="ko-KR" altLang="en-US" dirty="0"/>
              <a:t>이 발생되어 </a:t>
            </a:r>
            <a:r>
              <a:rPr lang="ko-KR" altLang="en-US" dirty="0" err="1"/>
              <a:t>파이썬</a:t>
            </a:r>
            <a:r>
              <a:rPr lang="ko-KR" altLang="en-US" dirty="0"/>
              <a:t> 인터프리터 프로그램이 그 과정을 </a:t>
            </a:r>
            <a:r>
              <a:rPr lang="ko-KR" altLang="en-US" b="1" dirty="0"/>
              <a:t>추적</a:t>
            </a:r>
            <a:r>
              <a:rPr lang="en-US" altLang="ko-KR" b="1" baseline="30000" dirty="0" err="1">
                <a:solidFill>
                  <a:schemeClr val="accent5"/>
                </a:solidFill>
              </a:rPr>
              <a:t>Traceback</a:t>
            </a:r>
            <a:r>
              <a:rPr lang="ko-KR" altLang="en-US" dirty="0"/>
              <a:t>하였다는 출력이 뜸</a:t>
            </a:r>
            <a:endParaRPr lang="en-US" altLang="ko-KR" dirty="0"/>
          </a:p>
          <a:p>
            <a:r>
              <a:rPr lang="en-US" altLang="ko-KR" dirty="0"/>
              <a:t>Exception raised</a:t>
            </a:r>
            <a:r>
              <a:rPr lang="ko-KR" altLang="en-US" dirty="0"/>
              <a:t>라는 예외의 메시지가 출력됨</a:t>
            </a:r>
          </a:p>
          <a:p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9.6 raise </a:t>
            </a:r>
            <a:r>
              <a:rPr lang="ko-KR" altLang="en-US" dirty="0"/>
              <a:t>문</a:t>
            </a:r>
          </a:p>
        </p:txBody>
      </p:sp>
    </p:spTree>
    <p:extLst>
      <p:ext uri="{BB962C8B-B14F-4D97-AF65-F5344CB8AC3E}">
        <p14:creationId xmlns:p14="http://schemas.microsoft.com/office/powerpoint/2010/main" val="362616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258" y="1611463"/>
            <a:ext cx="9551483" cy="2715719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예외 발생</a:t>
            </a:r>
            <a:r>
              <a:rPr lang="en-US" altLang="ko-KR" dirty="0"/>
              <a:t>! </a:t>
            </a:r>
            <a:r>
              <a:rPr lang="ko-KR" altLang="en-US" dirty="0"/>
              <a:t>한글 메시지 출력하기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사용자가 직접 </a:t>
            </a:r>
            <a:r>
              <a:rPr lang="en-US" altLang="ko-KR" dirty="0"/>
              <a:t>raise</a:t>
            </a:r>
            <a:r>
              <a:rPr lang="ko-KR" altLang="en-US" dirty="0"/>
              <a:t>를 이용하여 다양한 예외를 발생시킬 수 있다</a:t>
            </a:r>
            <a:r>
              <a:rPr lang="en-US" altLang="ko-KR" dirty="0"/>
              <a:t>.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2A569F0-1004-AD70-7587-9D4D8604D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9.6 raise </a:t>
            </a:r>
            <a:r>
              <a:rPr lang="ko-KR" altLang="en-US" dirty="0"/>
              <a:t>문</a:t>
            </a:r>
          </a:p>
        </p:txBody>
      </p:sp>
    </p:spTree>
    <p:extLst>
      <p:ext uri="{BB962C8B-B14F-4D97-AF65-F5344CB8AC3E}">
        <p14:creationId xmlns:p14="http://schemas.microsoft.com/office/powerpoint/2010/main" val="4256240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ko-KR" dirty="0" err="1"/>
              <a:t>get_ans</a:t>
            </a:r>
            <a:r>
              <a:rPr lang="en-US" altLang="ko-KR" dirty="0"/>
              <a:t>() </a:t>
            </a:r>
            <a:r>
              <a:rPr lang="ko-KR" altLang="en-US" dirty="0"/>
              <a:t>함수</a:t>
            </a:r>
            <a:endParaRPr lang="en-US" altLang="ko-KR" dirty="0"/>
          </a:p>
          <a:p>
            <a:pPr lvl="1"/>
            <a:r>
              <a:rPr lang="en-US" altLang="ko-KR" dirty="0" err="1"/>
              <a:t>ans</a:t>
            </a:r>
            <a:r>
              <a:rPr lang="ko-KR" altLang="en-US" dirty="0"/>
              <a:t>라는 매개변수를 통해 문자열을 </a:t>
            </a:r>
            <a:r>
              <a:rPr lang="ko-KR" altLang="en-US" dirty="0" err="1"/>
              <a:t>입력받음</a:t>
            </a:r>
            <a:endParaRPr lang="en-US" altLang="ko-KR" dirty="0"/>
          </a:p>
          <a:p>
            <a:pPr lvl="1"/>
            <a:r>
              <a:rPr lang="en-US" altLang="ko-KR" dirty="0"/>
              <a:t> if</a:t>
            </a:r>
            <a:r>
              <a:rPr lang="ko-KR" altLang="en-US" dirty="0"/>
              <a:t>문을 통해 </a:t>
            </a:r>
            <a:r>
              <a:rPr lang="en-US" altLang="ko-KR" dirty="0" err="1"/>
              <a:t>ans</a:t>
            </a:r>
            <a:r>
              <a:rPr lang="ko-KR" altLang="en-US" dirty="0"/>
              <a:t>가 </a:t>
            </a:r>
            <a:r>
              <a:rPr lang="en-US" altLang="ko-KR" dirty="0"/>
              <a:t>'</a:t>
            </a:r>
            <a:r>
              <a:rPr lang="ko-KR" altLang="en-US" dirty="0"/>
              <a:t>예</a:t>
            </a:r>
            <a:r>
              <a:rPr lang="en-US" altLang="ko-KR" dirty="0"/>
              <a:t>', '</a:t>
            </a:r>
            <a:r>
              <a:rPr lang="ko-KR" altLang="en-US" dirty="0" err="1"/>
              <a:t>아니오</a:t>
            </a:r>
            <a:r>
              <a:rPr lang="en-US" altLang="ko-KR" dirty="0"/>
              <a:t>' </a:t>
            </a:r>
            <a:r>
              <a:rPr lang="ko-KR" altLang="en-US" dirty="0"/>
              <a:t>중 하나가 아니면 </a:t>
            </a:r>
            <a:r>
              <a:rPr lang="en-US" altLang="ko-KR" dirty="0"/>
              <a:t>raise </a:t>
            </a:r>
            <a:r>
              <a:rPr lang="en-US" altLang="ko-KR" dirty="0" err="1"/>
              <a:t>ValueError</a:t>
            </a:r>
            <a:r>
              <a:rPr lang="en-US" altLang="ko-KR" dirty="0"/>
              <a:t>('</a:t>
            </a:r>
            <a:r>
              <a:rPr lang="ko-KR" altLang="en-US" dirty="0"/>
              <a:t>예</a:t>
            </a:r>
            <a:r>
              <a:rPr lang="en-US" altLang="ko-KR" dirty="0"/>
              <a:t>/</a:t>
            </a:r>
            <a:r>
              <a:rPr lang="ko-KR" altLang="en-US" dirty="0" err="1"/>
              <a:t>아니오를</a:t>
            </a:r>
            <a:r>
              <a:rPr lang="ko-KR" altLang="en-US" dirty="0"/>
              <a:t> 입력하세요</a:t>
            </a:r>
            <a:r>
              <a:rPr lang="en-US" altLang="ko-KR" dirty="0"/>
              <a:t>')</a:t>
            </a:r>
            <a:r>
              <a:rPr lang="ko-KR" altLang="en-US" dirty="0"/>
              <a:t>를 통해 </a:t>
            </a:r>
            <a:r>
              <a:rPr lang="en-US" altLang="ko-KR" dirty="0" err="1"/>
              <a:t>ValueError</a:t>
            </a:r>
            <a:r>
              <a:rPr lang="ko-KR" altLang="en-US" dirty="0"/>
              <a:t>를 발생</a:t>
            </a:r>
          </a:p>
          <a:p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2A569F0-1004-AD70-7587-9D4D8604D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9.6 raise </a:t>
            </a:r>
            <a:r>
              <a:rPr lang="ko-KR" altLang="en-US" dirty="0"/>
              <a:t>문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6E4572E7-9D99-BA93-092A-0BACA7D1236E}"/>
              </a:ext>
            </a:extLst>
          </p:cNvPr>
          <p:cNvGrpSpPr/>
          <p:nvPr/>
        </p:nvGrpSpPr>
        <p:grpSpPr>
          <a:xfrm>
            <a:off x="1563379" y="2571665"/>
            <a:ext cx="7939210" cy="3552722"/>
            <a:chOff x="693802" y="2012802"/>
            <a:chExt cx="10089589" cy="4514997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DA033FC3-4B39-D67A-FB35-46D34A473C92}"/>
                </a:ext>
              </a:extLst>
            </p:cNvPr>
            <p:cNvGrpSpPr/>
            <p:nvPr/>
          </p:nvGrpSpPr>
          <p:grpSpPr>
            <a:xfrm>
              <a:off x="693802" y="2012802"/>
              <a:ext cx="7354686" cy="4514997"/>
              <a:chOff x="6080970" y="1378505"/>
              <a:chExt cx="8762066" cy="5134910"/>
            </a:xfrm>
          </p:grpSpPr>
          <p:pic>
            <p:nvPicPr>
              <p:cNvPr id="13" name="그림 12">
                <a:extLst>
                  <a:ext uri="{FF2B5EF4-FFF2-40B4-BE49-F238E27FC236}">
                    <a16:creationId xmlns:a16="http://schemas.microsoft.com/office/drawing/2014/main" id="{531D57EB-3DAD-3FDB-3F42-7A33AA0AF09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762" r="1381"/>
              <a:stretch/>
            </p:blipFill>
            <p:spPr>
              <a:xfrm>
                <a:off x="6081422" y="1378505"/>
                <a:ext cx="8761614" cy="3352800"/>
              </a:xfrm>
              <a:prstGeom prst="rect">
                <a:avLst/>
              </a:prstGeom>
            </p:spPr>
          </p:pic>
          <p:pic>
            <p:nvPicPr>
              <p:cNvPr id="14" name="그림 13">
                <a:extLst>
                  <a:ext uri="{FF2B5EF4-FFF2-40B4-BE49-F238E27FC236}">
                    <a16:creationId xmlns:a16="http://schemas.microsoft.com/office/drawing/2014/main" id="{2DD7F1A0-6745-C1F1-39FF-B6275D66116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1062" r="1495"/>
              <a:stretch/>
            </p:blipFill>
            <p:spPr>
              <a:xfrm>
                <a:off x="6080970" y="3846414"/>
                <a:ext cx="8761614" cy="2667001"/>
              </a:xfrm>
              <a:prstGeom prst="rect">
                <a:avLst/>
              </a:prstGeom>
            </p:spPr>
          </p:pic>
        </p:grp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0D9E2C5E-752E-4733-0B45-ED356C30AFD7}"/>
                </a:ext>
              </a:extLst>
            </p:cNvPr>
            <p:cNvGrpSpPr/>
            <p:nvPr/>
          </p:nvGrpSpPr>
          <p:grpSpPr>
            <a:xfrm>
              <a:off x="4239765" y="3103191"/>
              <a:ext cx="6543626" cy="829766"/>
              <a:chOff x="504909" y="692729"/>
              <a:chExt cx="6241320" cy="776304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E214991-26F1-6C67-8C46-C8FA8EA3B989}"/>
                  </a:ext>
                </a:extLst>
              </p:cNvPr>
              <p:cNvSpPr txBox="1"/>
              <p:nvPr/>
            </p:nvSpPr>
            <p:spPr>
              <a:xfrm>
                <a:off x="1803824" y="692729"/>
                <a:ext cx="4942405" cy="69528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b="1" dirty="0">
                    <a:solidFill>
                      <a:srgbClr val="FF0000"/>
                    </a:solidFill>
                  </a:rPr>
                  <a:t>‘</a:t>
                </a:r>
                <a:r>
                  <a:rPr lang="ko-KR" altLang="en-US" sz="1600" b="1" dirty="0">
                    <a:solidFill>
                      <a:srgbClr val="FF0000"/>
                    </a:solidFill>
                  </a:rPr>
                  <a:t>예</a:t>
                </a:r>
                <a:r>
                  <a:rPr lang="en-US" altLang="ko-KR" sz="1600" b="1" dirty="0">
                    <a:solidFill>
                      <a:srgbClr val="FF0000"/>
                    </a:solidFill>
                  </a:rPr>
                  <a:t>’</a:t>
                </a:r>
                <a:r>
                  <a:rPr lang="ko-KR" altLang="en-US" sz="1600" b="1" dirty="0">
                    <a:solidFill>
                      <a:srgbClr val="FF0000"/>
                    </a:solidFill>
                  </a:rPr>
                  <a:t>나 </a:t>
                </a:r>
                <a:r>
                  <a:rPr lang="en-US" altLang="ko-KR" sz="1600" b="1" dirty="0">
                    <a:solidFill>
                      <a:srgbClr val="FF0000"/>
                    </a:solidFill>
                  </a:rPr>
                  <a:t>‘</a:t>
                </a:r>
                <a:r>
                  <a:rPr lang="ko-KR" altLang="en-US" sz="1600" b="1" dirty="0">
                    <a:solidFill>
                      <a:srgbClr val="FF0000"/>
                    </a:solidFill>
                  </a:rPr>
                  <a:t>아니오</a:t>
                </a:r>
                <a:r>
                  <a:rPr lang="en-US" altLang="ko-KR" sz="1600" b="1" dirty="0">
                    <a:solidFill>
                      <a:srgbClr val="FF0000"/>
                    </a:solidFill>
                  </a:rPr>
                  <a:t>’ </a:t>
                </a:r>
                <a:r>
                  <a:rPr lang="ko-KR" altLang="en-US" sz="1600" b="1" dirty="0">
                    <a:solidFill>
                      <a:srgbClr val="FF0000"/>
                    </a:solidFill>
                  </a:rPr>
                  <a:t>이외의 </a:t>
                </a:r>
                <a:r>
                  <a:rPr lang="en-US" altLang="ko-KR" sz="1600" b="1" dirty="0" err="1">
                    <a:solidFill>
                      <a:srgbClr val="FF0000"/>
                    </a:solidFill>
                  </a:rPr>
                  <a:t>ans</a:t>
                </a:r>
                <a:r>
                  <a:rPr lang="en-US" altLang="ko-KR" sz="1600" b="1" dirty="0">
                    <a:solidFill>
                      <a:srgbClr val="FF0000"/>
                    </a:solidFill>
                  </a:rPr>
                  <a:t> </a:t>
                </a:r>
                <a:r>
                  <a:rPr lang="ko-KR" altLang="en-US" sz="1600" b="1" dirty="0">
                    <a:solidFill>
                      <a:srgbClr val="FF0000"/>
                    </a:solidFill>
                  </a:rPr>
                  <a:t>값이 있을 경우 </a:t>
                </a:r>
                <a:r>
                  <a:rPr lang="en-US" altLang="ko-KR" sz="1600" b="1" dirty="0" err="1">
                    <a:solidFill>
                      <a:srgbClr val="FF0000"/>
                    </a:solidFill>
                  </a:rPr>
                  <a:t>ValueError</a:t>
                </a:r>
                <a:r>
                  <a:rPr lang="en-US" altLang="ko-KR" sz="1600" b="1" dirty="0">
                    <a:solidFill>
                      <a:srgbClr val="FF0000"/>
                    </a:solidFill>
                  </a:rPr>
                  <a:t>()</a:t>
                </a:r>
                <a:r>
                  <a:rPr lang="ko-KR" altLang="en-US" sz="1600" b="1" dirty="0">
                    <a:solidFill>
                      <a:srgbClr val="FF0000"/>
                    </a:solidFill>
                  </a:rPr>
                  <a:t>라는 예외 객체를 발생시킨다</a:t>
                </a:r>
              </a:p>
            </p:txBody>
          </p:sp>
          <p:cxnSp>
            <p:nvCxnSpPr>
              <p:cNvPr id="12" name="직선 화살표 연결선 11">
                <a:extLst>
                  <a:ext uri="{FF2B5EF4-FFF2-40B4-BE49-F238E27FC236}">
                    <a16:creationId xmlns:a16="http://schemas.microsoft.com/office/drawing/2014/main" id="{9630E452-FA92-05D3-860D-F5C878FA5C91}"/>
                  </a:ext>
                </a:extLst>
              </p:cNvPr>
              <p:cNvCxnSpPr/>
              <p:nvPr/>
            </p:nvCxnSpPr>
            <p:spPr>
              <a:xfrm flipH="1">
                <a:off x="504909" y="1014155"/>
                <a:ext cx="1298915" cy="454878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D88E12F5-4824-F26A-5040-AB28D7642DA0}"/>
                </a:ext>
              </a:extLst>
            </p:cNvPr>
            <p:cNvGrpSpPr/>
            <p:nvPr/>
          </p:nvGrpSpPr>
          <p:grpSpPr>
            <a:xfrm>
              <a:off x="2951747" y="5297251"/>
              <a:ext cx="6202466" cy="471820"/>
              <a:chOff x="9175" y="556002"/>
              <a:chExt cx="5915920" cy="441421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021F1C5-7BC1-AB20-883F-F685915C802F}"/>
                  </a:ext>
                </a:extLst>
              </p:cNvPr>
              <p:cNvSpPr txBox="1"/>
              <p:nvPr/>
            </p:nvSpPr>
            <p:spPr>
              <a:xfrm>
                <a:off x="1803823" y="556002"/>
                <a:ext cx="4121272" cy="40253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600" b="1" dirty="0">
                    <a:solidFill>
                      <a:srgbClr val="FF0000"/>
                    </a:solidFill>
                  </a:rPr>
                  <a:t>예외가 발생하면 이 코드가 처리함</a:t>
                </a:r>
              </a:p>
            </p:txBody>
          </p:sp>
          <p:cxnSp>
            <p:nvCxnSpPr>
              <p:cNvPr id="10" name="직선 화살표 연결선 9">
                <a:extLst>
                  <a:ext uri="{FF2B5EF4-FFF2-40B4-BE49-F238E27FC236}">
                    <a16:creationId xmlns:a16="http://schemas.microsoft.com/office/drawing/2014/main" id="{B45E62F9-4A3B-85C0-E2D4-85A52A3DD57D}"/>
                  </a:ext>
                </a:extLst>
              </p:cNvPr>
              <p:cNvCxnSpPr/>
              <p:nvPr/>
            </p:nvCxnSpPr>
            <p:spPr>
              <a:xfrm flipH="1">
                <a:off x="9175" y="729505"/>
                <a:ext cx="1794649" cy="267918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27802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257" y="1542377"/>
            <a:ext cx="8453501" cy="2484183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‘예</a:t>
            </a:r>
            <a:r>
              <a:rPr lang="en-US" altLang="ko-KR" dirty="0"/>
              <a:t>-</a:t>
            </a:r>
            <a:r>
              <a:rPr lang="ko-KR" altLang="en-US" dirty="0"/>
              <a:t>쓰</a:t>
            </a:r>
            <a:r>
              <a:rPr lang="en-US" altLang="ko-KR" dirty="0"/>
              <a:t>'</a:t>
            </a:r>
            <a:r>
              <a:rPr lang="ko-KR" altLang="en-US" dirty="0"/>
              <a:t>와 ‘</a:t>
            </a:r>
            <a:r>
              <a:rPr lang="ko-KR" altLang="en-US" dirty="0" err="1"/>
              <a:t>노우</a:t>
            </a:r>
            <a:r>
              <a:rPr lang="en-US" altLang="ko-KR" dirty="0"/>
              <a:t>'</a:t>
            </a:r>
            <a:r>
              <a:rPr lang="ko-KR" altLang="en-US" dirty="0"/>
              <a:t>는 정상적인 입력 범위에 포함되지 않기 때문에 </a:t>
            </a:r>
            <a:r>
              <a:rPr lang="en-US" altLang="ko-KR" dirty="0" err="1">
                <a:solidFill>
                  <a:srgbClr val="FF0000"/>
                </a:solidFill>
              </a:rPr>
              <a:t>ValueError</a:t>
            </a:r>
            <a:r>
              <a:rPr lang="en-US" altLang="ko-KR" dirty="0"/>
              <a:t> </a:t>
            </a:r>
            <a:r>
              <a:rPr lang="ko-KR" altLang="en-US" dirty="0"/>
              <a:t>예외 발생</a:t>
            </a:r>
          </a:p>
          <a:p>
            <a:r>
              <a:rPr lang="ko-KR" altLang="en-US" dirty="0"/>
              <a:t>‘예</a:t>
            </a:r>
            <a:r>
              <a:rPr lang="en-US" altLang="ko-KR" dirty="0"/>
              <a:t>'</a:t>
            </a:r>
            <a:r>
              <a:rPr lang="ko-KR" altLang="en-US" dirty="0"/>
              <a:t>는 정상적인 입력이므로 함수 내부에서 ‘정상적인 입력입니다</a:t>
            </a:r>
            <a:r>
              <a:rPr lang="en-US" altLang="ko-KR" dirty="0"/>
              <a:t>.’</a:t>
            </a:r>
            <a:r>
              <a:rPr lang="ko-KR" altLang="en-US" dirty="0"/>
              <a:t>를 출력</a:t>
            </a:r>
          </a:p>
          <a:p>
            <a:r>
              <a:rPr lang="en-US" altLang="ko-KR" dirty="0"/>
              <a:t>raise</a:t>
            </a:r>
            <a:r>
              <a:rPr lang="ko-KR" altLang="en-US" dirty="0"/>
              <a:t>는 사용자가 원하는 순간에 필요한 예외를 발생시킬 수 있는 유용한 기능</a:t>
            </a:r>
          </a:p>
          <a:p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01C697F-3445-A5C9-A9A7-69D66D3BD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9.6 raise </a:t>
            </a:r>
            <a:r>
              <a:rPr lang="ko-KR" altLang="en-US" dirty="0"/>
              <a:t>문</a:t>
            </a:r>
          </a:p>
        </p:txBody>
      </p:sp>
    </p:spTree>
    <p:extLst>
      <p:ext uri="{BB962C8B-B14F-4D97-AF65-F5344CB8AC3E}">
        <p14:creationId xmlns:p14="http://schemas.microsoft.com/office/powerpoint/2010/main" val="198188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r="7730" b="2452"/>
          <a:stretch/>
        </p:blipFill>
        <p:spPr>
          <a:xfrm>
            <a:off x="1340224" y="2281740"/>
            <a:ext cx="9489078" cy="551202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 err="1"/>
              <a:t>파이썬을</a:t>
            </a:r>
            <a:r>
              <a:rPr lang="ko-KR" altLang="en-US" dirty="0"/>
              <a:t> 이용한 파일 입출력에 대해서 알아보기</a:t>
            </a:r>
          </a:p>
          <a:p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9.7 </a:t>
            </a:r>
            <a:r>
              <a:rPr lang="ko-KR" altLang="en-US" dirty="0"/>
              <a:t>파일 입출력</a:t>
            </a:r>
          </a:p>
        </p:txBody>
      </p:sp>
      <p:grpSp>
        <p:nvGrpSpPr>
          <p:cNvPr id="6" name="그룹 5"/>
          <p:cNvGrpSpPr/>
          <p:nvPr/>
        </p:nvGrpSpPr>
        <p:grpSpPr>
          <a:xfrm>
            <a:off x="4237138" y="2014291"/>
            <a:ext cx="4942721" cy="584775"/>
            <a:chOff x="537617" y="811902"/>
            <a:chExt cx="6287615" cy="547098"/>
          </a:xfrm>
        </p:grpSpPr>
        <p:sp>
          <p:nvSpPr>
            <p:cNvPr id="7" name="TextBox 6"/>
            <p:cNvSpPr txBox="1"/>
            <p:nvPr/>
          </p:nvSpPr>
          <p:spPr>
            <a:xfrm>
              <a:off x="1795895" y="811902"/>
              <a:ext cx="5029337" cy="54709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600" dirty="0">
                  <a:solidFill>
                    <a:srgbClr val="FF0000"/>
                  </a:solidFill>
                </a:rPr>
                <a:t>Hello World! </a:t>
              </a:r>
              <a:r>
                <a:rPr lang="ko-KR" altLang="en-US" sz="1600" dirty="0">
                  <a:solidFill>
                    <a:srgbClr val="FF0000"/>
                  </a:solidFill>
                </a:rPr>
                <a:t>라는 내용을 화면에 출력함</a:t>
              </a:r>
              <a:r>
                <a:rPr lang="en-US" altLang="ko-KR" sz="1600" dirty="0">
                  <a:solidFill>
                    <a:srgbClr val="FF0000"/>
                  </a:solidFill>
                </a:rPr>
                <a:t>.</a:t>
              </a:r>
            </a:p>
            <a:p>
              <a:r>
                <a:rPr lang="ko-KR" altLang="en-US" sz="1600" dirty="0">
                  <a:solidFill>
                    <a:srgbClr val="FF0000"/>
                  </a:solidFill>
                </a:rPr>
                <a:t>이 내용을 파일로 저장하고자 함</a:t>
              </a:r>
              <a:endParaRPr lang="en-US" altLang="ko-KR" sz="1600" dirty="0">
                <a:solidFill>
                  <a:srgbClr val="FF0000"/>
                </a:solidFill>
              </a:endParaRPr>
            </a:p>
          </p:txBody>
        </p:sp>
        <p:cxnSp>
          <p:nvCxnSpPr>
            <p:cNvPr id="8" name="직선 화살표 연결선 7"/>
            <p:cNvCxnSpPr>
              <a:stCxn id="7" idx="1"/>
            </p:cNvCxnSpPr>
            <p:nvPr/>
          </p:nvCxnSpPr>
          <p:spPr>
            <a:xfrm flipH="1">
              <a:off x="537617" y="1085451"/>
              <a:ext cx="1258278" cy="173341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79845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9.7.1 </a:t>
            </a:r>
            <a:r>
              <a:rPr lang="ko-KR" altLang="en-US" dirty="0"/>
              <a:t>파일이란 무엇인가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9.7 </a:t>
            </a:r>
            <a:r>
              <a:rPr lang="ko-KR" altLang="en-US" dirty="0"/>
              <a:t>파일 입출력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705A1256-BB0E-4A74-FD97-90D2B8AF89E2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b="1" dirty="0"/>
              <a:t>파일</a:t>
            </a:r>
            <a:r>
              <a:rPr lang="en-US" altLang="ko-KR" b="1" baseline="30000" dirty="0">
                <a:solidFill>
                  <a:schemeClr val="accent5"/>
                </a:solidFill>
              </a:rPr>
              <a:t>file</a:t>
            </a:r>
          </a:p>
          <a:p>
            <a:pPr lvl="1"/>
            <a:r>
              <a:rPr lang="ko-KR" altLang="en-US" dirty="0"/>
              <a:t>컴퓨터의 저장 장치 내에 데이터를 저장하기 위해 사용하는 논리적인 단위</a:t>
            </a:r>
            <a:endParaRPr lang="en-US" altLang="ko-KR" dirty="0"/>
          </a:p>
          <a:p>
            <a:pPr lvl="1"/>
            <a:r>
              <a:rPr lang="ko-KR" altLang="en-US" b="1" dirty="0"/>
              <a:t>하드 디스크</a:t>
            </a:r>
            <a:r>
              <a:rPr lang="en-US" altLang="ko-KR" b="1" baseline="30000" dirty="0">
                <a:solidFill>
                  <a:schemeClr val="accent5"/>
                </a:solidFill>
              </a:rPr>
              <a:t>hard disk</a:t>
            </a:r>
            <a:r>
              <a:rPr lang="ko-KR" altLang="en-US" dirty="0"/>
              <a:t>나</a:t>
            </a:r>
            <a:r>
              <a:rPr lang="ko-KR" altLang="en-US" b="1" dirty="0"/>
              <a:t> 외장 디스크</a:t>
            </a:r>
            <a:r>
              <a:rPr lang="en-US" altLang="ko-KR" b="1" baseline="30000" dirty="0">
                <a:solidFill>
                  <a:schemeClr val="accent5"/>
                </a:solidFill>
              </a:rPr>
              <a:t>external disk</a:t>
            </a:r>
            <a:r>
              <a:rPr lang="ko-KR" altLang="en-US" dirty="0"/>
              <a:t>와 같은 저장장치에 저장한 후 필요할 때 다시 불러서 사용하는 것이 가능</a:t>
            </a:r>
            <a:endParaRPr lang="en-US" altLang="ko-KR" dirty="0"/>
          </a:p>
          <a:p>
            <a:pPr marL="179388" lvl="1" indent="0">
              <a:buNone/>
            </a:pP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r="10135"/>
          <a:stretch/>
        </p:blipFill>
        <p:spPr>
          <a:xfrm>
            <a:off x="2090927" y="3206717"/>
            <a:ext cx="7412837" cy="3433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561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파이썬에서</a:t>
            </a:r>
            <a:r>
              <a:rPr lang="ko-KR" altLang="en-US" dirty="0"/>
              <a:t> 파일을 사용하기 위한 절차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9.7 </a:t>
            </a:r>
            <a:r>
              <a:rPr lang="ko-KR" altLang="en-US" dirty="0"/>
              <a:t>파일 입출력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C17CB33-AF55-0198-D9F3-9DA24A211CC6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pPr marL="179388" lvl="1" indent="-179388">
              <a:buFont typeface="+mj-lt"/>
              <a:buAutoNum type="arabicPeriod"/>
            </a:pPr>
            <a:r>
              <a:rPr lang="ko-KR" altLang="en-US" dirty="0"/>
              <a:t> 파일 열기</a:t>
            </a:r>
            <a:endParaRPr lang="en-US" altLang="ko-KR" dirty="0"/>
          </a:p>
          <a:p>
            <a:pPr marL="541338" lvl="2" indent="-271463">
              <a:buFont typeface="맑은 고딕" panose="020B0503020000020004" pitchFamily="50" charset="-127"/>
              <a:buChar char="-"/>
            </a:pPr>
            <a:r>
              <a:rPr lang="ko-KR" altLang="en-US" sz="1800" dirty="0"/>
              <a:t>저장 장치 내의 위치와 파일 이름을 지정해서 파일을 가져온다</a:t>
            </a:r>
            <a:r>
              <a:rPr lang="en-US" altLang="ko-KR" sz="1800" dirty="0"/>
              <a:t>.</a:t>
            </a:r>
          </a:p>
          <a:p>
            <a:pPr marL="541338" lvl="2" indent="-271463">
              <a:buFont typeface="맑은 고딕" panose="020B0503020000020004" pitchFamily="50" charset="-127"/>
              <a:buChar char="-"/>
            </a:pPr>
            <a:r>
              <a:rPr lang="ko-KR" altLang="en-US" sz="1800" dirty="0"/>
              <a:t>컴퓨터 저장장치 내의 파일 위치는 </a:t>
            </a:r>
            <a:r>
              <a:rPr lang="ko-KR" altLang="en-US" sz="1800" b="1" dirty="0"/>
              <a:t>경로</a:t>
            </a:r>
            <a:r>
              <a:rPr lang="en-US" altLang="ko-KR" sz="1800" b="1" baseline="30000" dirty="0">
                <a:solidFill>
                  <a:schemeClr val="accent5"/>
                </a:solidFill>
              </a:rPr>
              <a:t>path</a:t>
            </a:r>
            <a:r>
              <a:rPr lang="ko-KR" altLang="en-US" sz="1800" dirty="0"/>
              <a:t>라고 함</a:t>
            </a:r>
            <a:endParaRPr lang="en-US" altLang="ko-KR" sz="1800" dirty="0"/>
          </a:p>
          <a:p>
            <a:pPr marL="541338" lvl="2" indent="-271463">
              <a:buFont typeface="맑은 고딕" panose="020B0503020000020004" pitchFamily="50" charset="-127"/>
              <a:buChar char="-"/>
            </a:pPr>
            <a:endParaRPr lang="en-US" altLang="ko-KR" dirty="0"/>
          </a:p>
          <a:p>
            <a:pPr marL="179388" lvl="1" indent="-179388">
              <a:buFont typeface="+mj-lt"/>
              <a:buAutoNum type="arabicPeriod"/>
            </a:pPr>
            <a:r>
              <a:rPr lang="en-US" altLang="ko-KR" dirty="0"/>
              <a:t> </a:t>
            </a:r>
            <a:r>
              <a:rPr lang="en-US" altLang="ko-KR" dirty="0" err="1"/>
              <a:t>사용</a:t>
            </a:r>
            <a:r>
              <a:rPr lang="en-US" altLang="ko-KR" dirty="0"/>
              <a:t> </a:t>
            </a:r>
            <a:r>
              <a:rPr lang="en-US" altLang="ko-KR" dirty="0" err="1"/>
              <a:t>목적에</a:t>
            </a:r>
            <a:r>
              <a:rPr lang="en-US" altLang="ko-KR" dirty="0"/>
              <a:t> </a:t>
            </a:r>
            <a:r>
              <a:rPr lang="en-US" altLang="ko-KR" dirty="0" err="1"/>
              <a:t>따라</a:t>
            </a:r>
            <a:r>
              <a:rPr lang="en-US" altLang="ko-KR" dirty="0"/>
              <a:t> </a:t>
            </a:r>
            <a:r>
              <a:rPr lang="en-US" altLang="ko-KR" dirty="0" err="1"/>
              <a:t>사용</a:t>
            </a:r>
            <a:endParaRPr lang="en-US" altLang="ko-KR" dirty="0"/>
          </a:p>
          <a:p>
            <a:pPr marL="541338" lvl="2" indent="-271463">
              <a:buFont typeface="맑은 고딕" panose="020B0503020000020004" pitchFamily="50" charset="-127"/>
              <a:buChar char="-"/>
            </a:pPr>
            <a:r>
              <a:rPr lang="en-US" altLang="ko-KR" sz="1800" dirty="0" err="1"/>
              <a:t>내용</a:t>
            </a:r>
            <a:r>
              <a:rPr lang="en-US" altLang="ko-KR" sz="1800" dirty="0"/>
              <a:t> </a:t>
            </a:r>
            <a:r>
              <a:rPr lang="en-US" altLang="ko-KR" sz="1800" dirty="0" err="1"/>
              <a:t>확인</a:t>
            </a:r>
            <a:r>
              <a:rPr lang="en-US" altLang="ko-KR" sz="1800" dirty="0"/>
              <a:t> </a:t>
            </a:r>
            <a:r>
              <a:rPr lang="ko-KR" altLang="en-US" sz="1800" dirty="0"/>
              <a:t>및</a:t>
            </a:r>
            <a:r>
              <a:rPr lang="en-US" altLang="ko-KR" sz="1800" dirty="0"/>
              <a:t> </a:t>
            </a:r>
            <a:r>
              <a:rPr lang="en-US" altLang="ko-KR" sz="1800" dirty="0" err="1"/>
              <a:t>새로운</a:t>
            </a:r>
            <a:r>
              <a:rPr lang="en-US" altLang="ko-KR" sz="1800" dirty="0"/>
              <a:t> </a:t>
            </a:r>
            <a:r>
              <a:rPr lang="en-US" altLang="ko-KR" sz="1800" dirty="0" err="1"/>
              <a:t>내용</a:t>
            </a:r>
            <a:r>
              <a:rPr lang="en-US" altLang="ko-KR" sz="1800" dirty="0"/>
              <a:t> </a:t>
            </a:r>
            <a:r>
              <a:rPr lang="en-US" altLang="ko-KR" sz="1800" dirty="0" err="1"/>
              <a:t>추가</a:t>
            </a:r>
            <a:r>
              <a:rPr lang="en-US" altLang="ko-KR" sz="1800" dirty="0"/>
              <a:t> </a:t>
            </a:r>
            <a:r>
              <a:rPr lang="ko-KR" altLang="en-US" sz="1800" dirty="0"/>
              <a:t>또는 </a:t>
            </a:r>
            <a:r>
              <a:rPr lang="en-US" altLang="ko-KR" sz="1800" dirty="0" err="1"/>
              <a:t>기존</a:t>
            </a:r>
            <a:r>
              <a:rPr lang="en-US" altLang="ko-KR" sz="1800" dirty="0"/>
              <a:t> </a:t>
            </a:r>
            <a:r>
              <a:rPr lang="en-US" altLang="ko-KR" sz="1800" dirty="0" err="1"/>
              <a:t>내용</a:t>
            </a:r>
            <a:r>
              <a:rPr lang="en-US" altLang="ko-KR" sz="1800" dirty="0"/>
              <a:t> </a:t>
            </a:r>
            <a:r>
              <a:rPr lang="en-US" altLang="ko-KR" sz="1800" dirty="0" err="1"/>
              <a:t>삭제</a:t>
            </a:r>
            <a:r>
              <a:rPr lang="en-US" altLang="ko-KR" sz="1800" dirty="0"/>
              <a:t> </a:t>
            </a:r>
            <a:r>
              <a:rPr lang="ko-KR" altLang="en-US" sz="1800" dirty="0"/>
              <a:t>가능</a:t>
            </a:r>
            <a:endParaRPr lang="en-US" altLang="ko-KR" sz="1800" dirty="0"/>
          </a:p>
          <a:p>
            <a:pPr marL="541338" lvl="2" indent="-271463">
              <a:buFont typeface="맑은 고딕" panose="020B0503020000020004" pitchFamily="50" charset="-127"/>
              <a:buChar char="-"/>
            </a:pPr>
            <a:endParaRPr lang="en-US" altLang="ko-KR" dirty="0"/>
          </a:p>
          <a:p>
            <a:pPr marL="179388" lvl="1" indent="-179388">
              <a:buFont typeface="+mj-lt"/>
              <a:buAutoNum type="arabicPeriod"/>
            </a:pPr>
            <a:r>
              <a:rPr lang="ko-KR" altLang="en-US" dirty="0"/>
              <a:t> 파일 닫기</a:t>
            </a:r>
            <a:endParaRPr lang="en-US" altLang="ko-KR" dirty="0"/>
          </a:p>
          <a:p>
            <a:pPr marL="541338" lvl="2" indent="-271463">
              <a:buFont typeface="맑은 고딕" panose="020B0503020000020004" pitchFamily="50" charset="-127"/>
              <a:buChar char="-"/>
            </a:pPr>
            <a:r>
              <a:rPr lang="ko-KR" altLang="en-US" sz="1800" dirty="0"/>
              <a:t>파일을 모두 사용하고 나면 이 메모리를 시스템에서 사용할 수 있도록 반환</a:t>
            </a:r>
          </a:p>
          <a:p>
            <a:pPr marL="179388" lvl="1" indent="-179388">
              <a:buFont typeface="+mj-lt"/>
              <a:buAutoNum type="arabicPeriod"/>
            </a:pPr>
            <a:endParaRPr lang="ko-KR" altLang="en-US" dirty="0"/>
          </a:p>
          <a:p>
            <a:pPr>
              <a:buFont typeface="+mj-lt"/>
              <a:buAutoNum type="arabicPeriod"/>
            </a:pP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413" y="4545000"/>
            <a:ext cx="5552354" cy="1736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171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047" y="4180878"/>
            <a:ext cx="8639175" cy="1952625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9.7.2 </a:t>
            </a:r>
            <a:r>
              <a:rPr lang="ko-KR" altLang="en-US" dirty="0"/>
              <a:t>파일 쓰기와 모드</a:t>
            </a: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9.7 </a:t>
            </a:r>
            <a:r>
              <a:rPr lang="ko-KR" altLang="en-US" dirty="0"/>
              <a:t>파일 입출력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A1CFCD9-482E-AED8-37C2-5611124E8123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ko-KR" dirty="0"/>
              <a:t>open() </a:t>
            </a:r>
            <a:r>
              <a:rPr lang="ko-KR" altLang="en-US" dirty="0"/>
              <a:t>함수는 ‘</a:t>
            </a:r>
            <a:r>
              <a:rPr lang="en-US" altLang="ko-KR" dirty="0"/>
              <a:t>hello.txt'</a:t>
            </a:r>
            <a:r>
              <a:rPr lang="ko-KR" altLang="en-US" dirty="0"/>
              <a:t>라는 파일을 열어서 가져오는 역할</a:t>
            </a:r>
            <a:endParaRPr lang="en-US" altLang="ko-KR" dirty="0"/>
          </a:p>
          <a:p>
            <a:pPr lvl="1"/>
            <a:r>
              <a:rPr lang="en-US" altLang="ko-KR" dirty="0"/>
              <a:t>'</a:t>
            </a:r>
            <a:r>
              <a:rPr lang="en-US" altLang="ko-KR" dirty="0" err="1"/>
              <a:t>w'라는</a:t>
            </a:r>
            <a:r>
              <a:rPr lang="en-US" altLang="ko-KR" dirty="0"/>
              <a:t> </a:t>
            </a:r>
            <a:r>
              <a:rPr lang="en-US" altLang="ko-KR" dirty="0" err="1"/>
              <a:t>파일</a:t>
            </a:r>
            <a:r>
              <a:rPr lang="en-US" altLang="ko-KR" dirty="0"/>
              <a:t> </a:t>
            </a:r>
            <a:r>
              <a:rPr lang="en-US" altLang="ko-KR" dirty="0" err="1"/>
              <a:t>오픈</a:t>
            </a:r>
            <a:r>
              <a:rPr lang="en-US" altLang="ko-KR" dirty="0"/>
              <a:t> </a:t>
            </a:r>
            <a:r>
              <a:rPr lang="en-US" altLang="ko-KR" dirty="0" err="1"/>
              <a:t>모드를</a:t>
            </a:r>
            <a:r>
              <a:rPr lang="en-US" altLang="ko-KR" dirty="0"/>
              <a:t> </a:t>
            </a:r>
            <a:r>
              <a:rPr lang="en-US" altLang="ko-KR" dirty="0" err="1"/>
              <a:t>지정하여</a:t>
            </a:r>
            <a:r>
              <a:rPr lang="en-US" altLang="ko-KR" dirty="0"/>
              <a:t> </a:t>
            </a:r>
            <a:r>
              <a:rPr lang="en-US" altLang="ko-KR" dirty="0" err="1"/>
              <a:t>가져</a:t>
            </a:r>
            <a:r>
              <a:rPr lang="ko-KR" altLang="en-US" dirty="0"/>
              <a:t>옴 </a:t>
            </a:r>
            <a:r>
              <a:rPr lang="en-US" altLang="ko-KR" dirty="0"/>
              <a:t>(</a:t>
            </a:r>
            <a:r>
              <a:rPr lang="ko-KR" altLang="en-US" dirty="0"/>
              <a:t>쓰기 전용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open() </a:t>
            </a:r>
            <a:r>
              <a:rPr lang="ko-KR" altLang="en-US" dirty="0"/>
              <a:t>함수는 파일 객체를 반환</a:t>
            </a:r>
            <a:endParaRPr lang="en-US" altLang="ko-KR" dirty="0"/>
          </a:p>
          <a:p>
            <a:r>
              <a:rPr lang="ko-KR" altLang="en-US" dirty="0"/>
              <a:t>파일 객체 </a:t>
            </a:r>
            <a:r>
              <a:rPr lang="en-US" altLang="ko-KR" dirty="0"/>
              <a:t>f</a:t>
            </a:r>
            <a:r>
              <a:rPr lang="ko-KR" altLang="en-US" dirty="0"/>
              <a:t>는 </a:t>
            </a:r>
            <a:r>
              <a:rPr lang="en-US" altLang="ko-KR" dirty="0"/>
              <a:t>write() </a:t>
            </a:r>
            <a:r>
              <a:rPr lang="ko-KR" altLang="en-US" dirty="0"/>
              <a:t>메소드를 이용하여 지정된 형식으로 파일에 지정된 텍스트를 쓰는 일을 한다</a:t>
            </a:r>
            <a:r>
              <a:rPr lang="en-US" altLang="ko-KR" dirty="0"/>
              <a:t>.</a:t>
            </a:r>
          </a:p>
          <a:p>
            <a:r>
              <a:rPr lang="en-US" altLang="ko-KR" dirty="0" err="1"/>
              <a:t>f.close</a:t>
            </a:r>
            <a:r>
              <a:rPr lang="en-US" altLang="ko-KR" dirty="0"/>
              <a:t>() </a:t>
            </a:r>
            <a:r>
              <a:rPr lang="ko-KR" altLang="en-US" dirty="0"/>
              <a:t>메소드는 파일을 </a:t>
            </a:r>
            <a:r>
              <a:rPr lang="ko-KR" altLang="en-US" dirty="0" err="1"/>
              <a:t>닫아줌</a:t>
            </a:r>
            <a:endParaRPr lang="ko-KR" altLang="en-US" dirty="0"/>
          </a:p>
          <a:p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85993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스크립트 파일이 있는 폴더로 이동하여 수행하는 과정</a:t>
            </a: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9.7 </a:t>
            </a:r>
            <a:r>
              <a:rPr lang="ko-KR" altLang="en-US" dirty="0"/>
              <a:t>파일 입출력</a:t>
            </a:r>
          </a:p>
        </p:txBody>
      </p:sp>
      <p:pic>
        <p:nvPicPr>
          <p:cNvPr id="8" name="내용 개체 틀 7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744296" y="1700808"/>
            <a:ext cx="5211139" cy="4909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944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0202" y="2504817"/>
            <a:ext cx="8111596" cy="2737412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파이썬 </a:t>
            </a:r>
            <a:r>
              <a:rPr lang="en-US" altLang="ko-KR" sz="2400" dirty="0"/>
              <a:t>IDLE</a:t>
            </a:r>
            <a:r>
              <a:rPr lang="ko-KR" altLang="en-US" sz="2400" dirty="0"/>
              <a:t>에서 </a:t>
            </a:r>
            <a:r>
              <a:rPr lang="en-US" altLang="ko-KR" sz="2400" dirty="0"/>
              <a:t>file_write_hello.py</a:t>
            </a:r>
            <a:r>
              <a:rPr lang="ko-KR" altLang="en-US" sz="2400" dirty="0"/>
              <a:t>를 살펴 보기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9.7 </a:t>
            </a:r>
            <a:r>
              <a:rPr lang="ko-KR" altLang="en-US" dirty="0"/>
              <a:t>파일 입출력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820B2B6-3D3E-8112-CCDE-150ABF4E9EAC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accent5"/>
                </a:solidFill>
              </a:rPr>
              <a:t>Run</a:t>
            </a:r>
            <a:r>
              <a:rPr lang="en-US" altLang="ko-KR" dirty="0"/>
              <a:t> </a:t>
            </a:r>
            <a:r>
              <a:rPr lang="ko-KR" altLang="en-US" dirty="0"/>
              <a:t>메뉴의 </a:t>
            </a:r>
            <a:r>
              <a:rPr lang="en-US" altLang="ko-KR" dirty="0">
                <a:solidFill>
                  <a:schemeClr val="accent5"/>
                </a:solidFill>
              </a:rPr>
              <a:t>Run Module</a:t>
            </a:r>
            <a:r>
              <a:rPr lang="ko-KR" altLang="en-US" dirty="0"/>
              <a:t>을 수행하면 위의 내용과 동일하게 수행됨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34648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open() </a:t>
            </a:r>
            <a:r>
              <a:rPr lang="ko-KR" altLang="en-US" dirty="0"/>
              <a:t>함수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9.7 </a:t>
            </a:r>
            <a:r>
              <a:rPr lang="ko-KR" altLang="en-US" dirty="0"/>
              <a:t>파일 입출력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46B2D27-7A49-3E49-AE80-62E2C89D79C2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 err="1"/>
              <a:t>파이썬에서</a:t>
            </a:r>
            <a:r>
              <a:rPr lang="ko-KR" altLang="en-US" dirty="0"/>
              <a:t> 파일을 다루는 핵심 함수</a:t>
            </a:r>
          </a:p>
          <a:p>
            <a:r>
              <a:rPr lang="ko-KR" altLang="en-US" dirty="0"/>
              <a:t>파일 이름과 파일 오픈 모드의 인자를 가질 수 있음</a:t>
            </a:r>
          </a:p>
          <a:p>
            <a:r>
              <a:rPr lang="en-US" altLang="ko-KR" dirty="0"/>
              <a:t>encoding</a:t>
            </a:r>
            <a:r>
              <a:rPr lang="ko-KR" altLang="en-US" dirty="0"/>
              <a:t>이라는 인자를 통해 파일의 인코딩 형식 지정 가능</a:t>
            </a:r>
            <a:endParaRPr lang="en-US" altLang="ko-KR" dirty="0"/>
          </a:p>
          <a:p>
            <a:r>
              <a:rPr lang="ko-KR" altLang="en-US" dirty="0"/>
              <a:t>지정된 경로가 없을 경우 디폴트 경로는 파이썬 스크립트 파일이 있는 곳이 된다</a:t>
            </a:r>
            <a:r>
              <a:rPr lang="en-US" altLang="ko-KR" dirty="0"/>
              <a:t>.</a:t>
            </a:r>
            <a:endParaRPr lang="ko-KR" altLang="en-US" dirty="0"/>
          </a:p>
          <a:p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92606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open() </a:t>
            </a:r>
            <a:r>
              <a:rPr lang="ko-KR" altLang="en-US" dirty="0"/>
              <a:t>함수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9.7 </a:t>
            </a:r>
            <a:r>
              <a:rPr lang="ko-KR" altLang="en-US" dirty="0"/>
              <a:t>파일 입출력</a:t>
            </a:r>
          </a:p>
        </p:txBody>
      </p:sp>
      <p:pic>
        <p:nvPicPr>
          <p:cNvPr id="7" name="내용 개체 틀 6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2789381" y="1154724"/>
            <a:ext cx="9190455" cy="5006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724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6F40694-B3E4-4648-943B-992509A51A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이진 파일을 다룰지</a:t>
            </a:r>
            <a:r>
              <a:rPr lang="en-US" altLang="ko-KR" sz="2400" dirty="0"/>
              <a:t>,</a:t>
            </a:r>
            <a:r>
              <a:rPr lang="ko-KR" altLang="en-US" sz="2400" dirty="0"/>
              <a:t> 텍스트 파일을 다룰지를 지정하는 모드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9.7 </a:t>
            </a:r>
            <a:r>
              <a:rPr lang="ko-KR" altLang="en-US" dirty="0"/>
              <a:t>파일 입출력</a:t>
            </a:r>
          </a:p>
        </p:txBody>
      </p:sp>
      <p:pic>
        <p:nvPicPr>
          <p:cNvPr id="6" name="내용 개체 틀 5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066800" y="2330478"/>
            <a:ext cx="10015538" cy="2197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876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6F40694-B3E4-4648-943B-992509A51A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이진 파일을 다룰지 텍스트 파일을 다룰지를 지정하는 모드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9.7 </a:t>
            </a:r>
            <a:r>
              <a:rPr lang="ko-KR" altLang="en-US" dirty="0"/>
              <a:t>파일 입출력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DC9A8509-FFFD-F9C7-61F8-823144F503D6}"/>
              </a:ext>
            </a:extLst>
          </p:cNvPr>
          <p:cNvGrpSpPr/>
          <p:nvPr/>
        </p:nvGrpSpPr>
        <p:grpSpPr>
          <a:xfrm>
            <a:off x="1144228" y="1585794"/>
            <a:ext cx="10442357" cy="4557498"/>
            <a:chOff x="699288" y="48674"/>
            <a:chExt cx="12385277" cy="5405474"/>
          </a:xfrm>
        </p:grpSpPr>
        <p:pic>
          <p:nvPicPr>
            <p:cNvPr id="41" name="그림 4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13750" y="4353100"/>
              <a:ext cx="6302438" cy="1101048"/>
            </a:xfrm>
            <a:prstGeom prst="rect">
              <a:avLst/>
            </a:prstGeom>
          </p:spPr>
        </p:pic>
        <p:pic>
          <p:nvPicPr>
            <p:cNvPr id="19" name="그림 18"/>
            <p:cNvPicPr>
              <a:picLocks noChangeAspect="1"/>
            </p:cNvPicPr>
            <p:nvPr/>
          </p:nvPicPr>
          <p:blipFill rotWithShape="1">
            <a:blip r:embed="rId3"/>
            <a:srcRect t="15295" r="7055" b="9563"/>
            <a:stretch/>
          </p:blipFill>
          <p:spPr>
            <a:xfrm>
              <a:off x="713750" y="3840781"/>
              <a:ext cx="6604018" cy="440575"/>
            </a:xfrm>
            <a:prstGeom prst="rect">
              <a:avLst/>
            </a:prstGeom>
          </p:spPr>
        </p:pic>
        <p:pic>
          <p:nvPicPr>
            <p:cNvPr id="11" name="그림 10"/>
            <p:cNvPicPr>
              <a:picLocks noChangeAspect="1"/>
            </p:cNvPicPr>
            <p:nvPr/>
          </p:nvPicPr>
          <p:blipFill rotWithShape="1">
            <a:blip r:embed="rId4"/>
            <a:srcRect t="9175" b="10563"/>
            <a:stretch/>
          </p:blipFill>
          <p:spPr>
            <a:xfrm>
              <a:off x="699288" y="3277058"/>
              <a:ext cx="6053817" cy="432263"/>
            </a:xfrm>
            <a:prstGeom prst="rect">
              <a:avLst/>
            </a:prstGeom>
          </p:spPr>
        </p:pic>
        <p:pic>
          <p:nvPicPr>
            <p:cNvPr id="8" name="그림 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13750" y="2648122"/>
              <a:ext cx="6024895" cy="429929"/>
            </a:xfrm>
            <a:prstGeom prst="rect">
              <a:avLst/>
            </a:prstGeom>
          </p:spPr>
        </p:pic>
        <p:pic>
          <p:nvPicPr>
            <p:cNvPr id="9" name="그림 8"/>
            <p:cNvPicPr>
              <a:picLocks noChangeAspect="1"/>
            </p:cNvPicPr>
            <p:nvPr/>
          </p:nvPicPr>
          <p:blipFill rotWithShape="1">
            <a:blip r:embed="rId6"/>
            <a:srcRect t="11707" r="6344" b="8815"/>
            <a:stretch/>
          </p:blipFill>
          <p:spPr>
            <a:xfrm>
              <a:off x="713750" y="2048722"/>
              <a:ext cx="6011491" cy="440050"/>
            </a:xfrm>
            <a:prstGeom prst="rect">
              <a:avLst/>
            </a:prstGeom>
          </p:spPr>
        </p:pic>
        <p:pic>
          <p:nvPicPr>
            <p:cNvPr id="10" name="그림 9"/>
            <p:cNvPicPr>
              <a:picLocks noChangeAspect="1"/>
            </p:cNvPicPr>
            <p:nvPr/>
          </p:nvPicPr>
          <p:blipFill rotWithShape="1">
            <a:blip r:embed="rId7"/>
            <a:srcRect t="16659" r="7068" b="15080"/>
            <a:stretch/>
          </p:blipFill>
          <p:spPr>
            <a:xfrm>
              <a:off x="713750" y="1514269"/>
              <a:ext cx="5978240" cy="390698"/>
            </a:xfrm>
            <a:prstGeom prst="rect">
              <a:avLst/>
            </a:prstGeom>
          </p:spPr>
        </p:pic>
        <p:pic>
          <p:nvPicPr>
            <p:cNvPr id="12" name="그림 11"/>
            <p:cNvPicPr>
              <a:picLocks noChangeAspect="1"/>
            </p:cNvPicPr>
            <p:nvPr/>
          </p:nvPicPr>
          <p:blipFill rotWithShape="1">
            <a:blip r:embed="rId8"/>
            <a:srcRect l="2141" t="22670" r="6224" b="19027"/>
            <a:stretch/>
          </p:blipFill>
          <p:spPr>
            <a:xfrm>
              <a:off x="716450" y="1013863"/>
              <a:ext cx="5874089" cy="357679"/>
            </a:xfrm>
            <a:prstGeom prst="rect">
              <a:avLst/>
            </a:prstGeom>
          </p:spPr>
        </p:pic>
        <p:pic>
          <p:nvPicPr>
            <p:cNvPr id="13" name="그림 12"/>
            <p:cNvPicPr>
              <a:picLocks noChangeAspect="1"/>
            </p:cNvPicPr>
            <p:nvPr/>
          </p:nvPicPr>
          <p:blipFill rotWithShape="1">
            <a:blip r:embed="rId9"/>
            <a:srcRect l="1268" t="15354" r="45241" b="18199"/>
            <a:stretch/>
          </p:blipFill>
          <p:spPr>
            <a:xfrm>
              <a:off x="716450" y="446777"/>
              <a:ext cx="4797833" cy="423950"/>
            </a:xfrm>
            <a:prstGeom prst="rect">
              <a:avLst/>
            </a:prstGeom>
          </p:spPr>
        </p:pic>
        <p:grpSp>
          <p:nvGrpSpPr>
            <p:cNvPr id="14" name="그룹 13"/>
            <p:cNvGrpSpPr/>
            <p:nvPr/>
          </p:nvGrpSpPr>
          <p:grpSpPr>
            <a:xfrm>
              <a:off x="5372763" y="48674"/>
              <a:ext cx="7711802" cy="693578"/>
              <a:chOff x="778090" y="688430"/>
              <a:chExt cx="7355527" cy="648891"/>
            </a:xfrm>
          </p:grpSpPr>
          <p:sp>
            <p:nvSpPr>
              <p:cNvPr id="15" name="TextBox 14"/>
              <p:cNvSpPr txBox="1"/>
              <p:nvPr/>
            </p:nvSpPr>
            <p:spPr>
              <a:xfrm>
                <a:off x="2036370" y="688430"/>
                <a:ext cx="6097247" cy="648891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600" dirty="0">
                    <a:solidFill>
                      <a:srgbClr val="FF0000"/>
                    </a:solidFill>
                  </a:rPr>
                  <a:t>파일을 쓰기모드</a:t>
                </a:r>
                <a:r>
                  <a:rPr lang="en-US" altLang="ko-KR" sz="1600" dirty="0">
                    <a:solidFill>
                      <a:srgbClr val="FF0000"/>
                    </a:solidFill>
                  </a:rPr>
                  <a:t>(w)</a:t>
                </a:r>
                <a:r>
                  <a:rPr lang="ko-KR" altLang="en-US" sz="1600" dirty="0">
                    <a:solidFill>
                      <a:srgbClr val="FF0000"/>
                    </a:solidFill>
                  </a:rPr>
                  <a:t>로 읽어서 파일 객체를 반환</a:t>
                </a:r>
                <a:r>
                  <a:rPr lang="en-US" altLang="ko-KR" sz="1600" dirty="0">
                    <a:solidFill>
                      <a:srgbClr val="FF0000"/>
                    </a:solidFill>
                  </a:rPr>
                  <a:t> : write() </a:t>
                </a:r>
                <a:r>
                  <a:rPr lang="ko-KR" altLang="en-US" sz="1600" dirty="0">
                    <a:solidFill>
                      <a:srgbClr val="FF0000"/>
                    </a:solidFill>
                  </a:rPr>
                  <a:t>메소드 호출하여 지정된 파일에 텍스트를 쓸 수 있음</a:t>
                </a:r>
                <a:endParaRPr lang="en-US" altLang="ko-KR" sz="1600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20" name="직선 화살표 연결선 19"/>
              <p:cNvCxnSpPr>
                <a:cxnSpLocks/>
                <a:stCxn id="15" idx="1"/>
              </p:cNvCxnSpPr>
              <p:nvPr/>
            </p:nvCxnSpPr>
            <p:spPr>
              <a:xfrm flipH="1">
                <a:off x="778090" y="1012874"/>
                <a:ext cx="1258280" cy="122445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그룹 15"/>
            <p:cNvGrpSpPr/>
            <p:nvPr/>
          </p:nvGrpSpPr>
          <p:grpSpPr>
            <a:xfrm>
              <a:off x="6439866" y="754225"/>
              <a:ext cx="6164167" cy="693579"/>
              <a:chOff x="748840" y="832610"/>
              <a:chExt cx="6803331" cy="648892"/>
            </a:xfrm>
          </p:grpSpPr>
          <p:sp>
            <p:nvSpPr>
              <p:cNvPr id="17" name="TextBox 16"/>
              <p:cNvSpPr txBox="1"/>
              <p:nvPr/>
            </p:nvSpPr>
            <p:spPr>
              <a:xfrm>
                <a:off x="1795895" y="832610"/>
                <a:ext cx="5756276" cy="64889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600" dirty="0">
                    <a:solidFill>
                      <a:srgbClr val="FF0000"/>
                    </a:solidFill>
                  </a:rPr>
                  <a:t>위의 코드와 동일함 텍스트</a:t>
                </a:r>
                <a:r>
                  <a:rPr lang="en-US" altLang="ko-KR" sz="1600" dirty="0">
                    <a:solidFill>
                      <a:srgbClr val="FF0000"/>
                    </a:solidFill>
                  </a:rPr>
                  <a:t>(t)</a:t>
                </a:r>
                <a:r>
                  <a:rPr lang="ko-KR" altLang="en-US" sz="1600" dirty="0">
                    <a:solidFill>
                      <a:srgbClr val="FF0000"/>
                    </a:solidFill>
                  </a:rPr>
                  <a:t> 모드로 파일을 열어서 쓸 수 있음</a:t>
                </a:r>
                <a:endParaRPr lang="en-US" altLang="ko-KR" sz="1600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18" name="직선 화살표 연결선 17"/>
              <p:cNvCxnSpPr>
                <a:cxnSpLocks/>
                <a:stCxn id="17" idx="1"/>
              </p:cNvCxnSpPr>
              <p:nvPr/>
            </p:nvCxnSpPr>
            <p:spPr>
              <a:xfrm flipH="1">
                <a:off x="748840" y="1157057"/>
                <a:ext cx="1047055" cy="103389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그룹 20"/>
            <p:cNvGrpSpPr/>
            <p:nvPr/>
          </p:nvGrpSpPr>
          <p:grpSpPr>
            <a:xfrm>
              <a:off x="6708951" y="1485426"/>
              <a:ext cx="5667619" cy="401546"/>
              <a:chOff x="1045826" y="949474"/>
              <a:chExt cx="6255296" cy="375675"/>
            </a:xfrm>
          </p:grpSpPr>
          <p:sp>
            <p:nvSpPr>
              <p:cNvPr id="22" name="TextBox 21"/>
              <p:cNvSpPr txBox="1"/>
              <p:nvPr/>
            </p:nvSpPr>
            <p:spPr>
              <a:xfrm>
                <a:off x="1795894" y="949474"/>
                <a:ext cx="5505228" cy="37567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dirty="0" err="1">
                    <a:solidFill>
                      <a:srgbClr val="FF0000"/>
                    </a:solidFill>
                  </a:rPr>
                  <a:t>wb</a:t>
                </a:r>
                <a:r>
                  <a:rPr lang="ko-KR" altLang="en-US" sz="1600" dirty="0">
                    <a:solidFill>
                      <a:srgbClr val="FF0000"/>
                    </a:solidFill>
                  </a:rPr>
                  <a:t>모드는 바이너리 모드로 파일 쓰기 가능</a:t>
                </a:r>
                <a:endParaRPr lang="en-US" altLang="ko-KR" sz="1600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23" name="직선 화살표 연결선 22"/>
              <p:cNvCxnSpPr>
                <a:cxnSpLocks/>
                <a:stCxn id="22" idx="1"/>
              </p:cNvCxnSpPr>
              <p:nvPr/>
            </p:nvCxnSpPr>
            <p:spPr>
              <a:xfrm flipH="1">
                <a:off x="1045826" y="1137313"/>
                <a:ext cx="750068" cy="148975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그룹 25"/>
            <p:cNvGrpSpPr/>
            <p:nvPr/>
          </p:nvGrpSpPr>
          <p:grpSpPr>
            <a:xfrm>
              <a:off x="6708952" y="2023807"/>
              <a:ext cx="5500744" cy="693579"/>
              <a:chOff x="1045827" y="889696"/>
              <a:chExt cx="6071118" cy="648892"/>
            </a:xfrm>
          </p:grpSpPr>
          <p:sp>
            <p:nvSpPr>
              <p:cNvPr id="27" name="TextBox 26"/>
              <p:cNvSpPr txBox="1"/>
              <p:nvPr/>
            </p:nvSpPr>
            <p:spPr>
              <a:xfrm>
                <a:off x="1795895" y="889696"/>
                <a:ext cx="5321050" cy="64889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600" dirty="0">
                    <a:solidFill>
                      <a:srgbClr val="FF0000"/>
                    </a:solidFill>
                  </a:rPr>
                  <a:t>기본모드는 읽기 모드이지만 쓰기도 가능</a:t>
                </a:r>
                <a:r>
                  <a:rPr lang="en-US" altLang="ko-KR" sz="1600" dirty="0">
                    <a:solidFill>
                      <a:srgbClr val="FF0000"/>
                    </a:solidFill>
                  </a:rPr>
                  <a:t>, </a:t>
                </a:r>
                <a:r>
                  <a:rPr lang="ko-KR" altLang="en-US" sz="1600" dirty="0">
                    <a:solidFill>
                      <a:srgbClr val="FF0000"/>
                    </a:solidFill>
                  </a:rPr>
                  <a:t>파일 없으면 오류 발생</a:t>
                </a:r>
                <a:endParaRPr lang="en-US" altLang="ko-KR" sz="1600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28" name="직선 화살표 연결선 27"/>
              <p:cNvCxnSpPr>
                <a:cxnSpLocks/>
                <a:stCxn id="27" idx="1"/>
              </p:cNvCxnSpPr>
              <p:nvPr/>
            </p:nvCxnSpPr>
            <p:spPr>
              <a:xfrm flipH="1">
                <a:off x="1045827" y="1214143"/>
                <a:ext cx="750068" cy="12368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0" name="그룹 29"/>
            <p:cNvGrpSpPr/>
            <p:nvPr/>
          </p:nvGrpSpPr>
          <p:grpSpPr>
            <a:xfrm>
              <a:off x="6738644" y="2765499"/>
              <a:ext cx="5637925" cy="401546"/>
              <a:chOff x="1078599" y="1007786"/>
              <a:chExt cx="6222523" cy="375674"/>
            </a:xfrm>
          </p:grpSpPr>
          <p:sp>
            <p:nvSpPr>
              <p:cNvPr id="31" name="TextBox 30"/>
              <p:cNvSpPr txBox="1"/>
              <p:nvPr/>
            </p:nvSpPr>
            <p:spPr>
              <a:xfrm>
                <a:off x="1795895" y="1007786"/>
                <a:ext cx="5505227" cy="37567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600" dirty="0">
                    <a:solidFill>
                      <a:srgbClr val="FF0000"/>
                    </a:solidFill>
                  </a:rPr>
                  <a:t>기본모드는 쓰기 모드이지만 읽기도 가능함</a:t>
                </a:r>
                <a:endParaRPr lang="en-US" altLang="ko-KR" sz="1600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32" name="직선 화살표 연결선 31"/>
              <p:cNvCxnSpPr>
                <a:cxnSpLocks/>
                <a:stCxn id="31" idx="1"/>
                <a:endCxn id="8" idx="3"/>
              </p:cNvCxnSpPr>
              <p:nvPr/>
            </p:nvCxnSpPr>
            <p:spPr>
              <a:xfrm flipH="1" flipV="1">
                <a:off x="1078599" y="1099086"/>
                <a:ext cx="717296" cy="96537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4" name="그룹 33"/>
            <p:cNvGrpSpPr/>
            <p:nvPr/>
          </p:nvGrpSpPr>
          <p:grpSpPr>
            <a:xfrm>
              <a:off x="6708951" y="3349387"/>
              <a:ext cx="5990689" cy="693579"/>
              <a:chOff x="1045827" y="959926"/>
              <a:chExt cx="6611866" cy="648892"/>
            </a:xfrm>
          </p:grpSpPr>
          <p:sp>
            <p:nvSpPr>
              <p:cNvPr id="35" name="TextBox 34"/>
              <p:cNvSpPr txBox="1"/>
              <p:nvPr/>
            </p:nvSpPr>
            <p:spPr>
              <a:xfrm>
                <a:off x="1795894" y="959926"/>
                <a:ext cx="5861799" cy="64889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600" dirty="0">
                    <a:solidFill>
                      <a:srgbClr val="FF0000"/>
                    </a:solidFill>
                  </a:rPr>
                  <a:t>파일의 모든 내용을 남겨두고 맨 뒤에 추가함</a:t>
                </a:r>
                <a:r>
                  <a:rPr lang="en-US" altLang="ko-KR" sz="1600" dirty="0">
                    <a:solidFill>
                      <a:srgbClr val="FF0000"/>
                    </a:solidFill>
                  </a:rPr>
                  <a:t>. </a:t>
                </a:r>
                <a:r>
                  <a:rPr lang="ko-KR" altLang="en-US" sz="1600" dirty="0">
                    <a:solidFill>
                      <a:srgbClr val="FF0000"/>
                    </a:solidFill>
                  </a:rPr>
                  <a:t>읽기도 가능하며 파일이 없을 경우 만든다</a:t>
                </a:r>
                <a:r>
                  <a:rPr lang="en-US" altLang="ko-KR" sz="1600" dirty="0">
                    <a:solidFill>
                      <a:srgbClr val="FF0000"/>
                    </a:solidFill>
                  </a:rPr>
                  <a:t>.</a:t>
                </a:r>
              </a:p>
            </p:txBody>
          </p:sp>
          <p:cxnSp>
            <p:nvCxnSpPr>
              <p:cNvPr id="36" name="직선 화살표 연결선 35"/>
              <p:cNvCxnSpPr>
                <a:cxnSpLocks/>
                <a:stCxn id="35" idx="1"/>
              </p:cNvCxnSpPr>
              <p:nvPr/>
            </p:nvCxnSpPr>
            <p:spPr>
              <a:xfrm flipH="1" flipV="1">
                <a:off x="1045827" y="1211164"/>
                <a:ext cx="750067" cy="73209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7" name="그룹 36"/>
            <p:cNvGrpSpPr/>
            <p:nvPr/>
          </p:nvGrpSpPr>
          <p:grpSpPr>
            <a:xfrm>
              <a:off x="6746713" y="4598367"/>
              <a:ext cx="5629856" cy="693579"/>
              <a:chOff x="1045827" y="959926"/>
              <a:chExt cx="6213618" cy="648892"/>
            </a:xfrm>
          </p:grpSpPr>
          <p:sp>
            <p:nvSpPr>
              <p:cNvPr id="38" name="TextBox 37"/>
              <p:cNvSpPr txBox="1"/>
              <p:nvPr/>
            </p:nvSpPr>
            <p:spPr>
              <a:xfrm>
                <a:off x="1795894" y="959926"/>
                <a:ext cx="5463551" cy="64889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kern="0" dirty="0">
                    <a:solidFill>
                      <a:srgbClr val="FF0000"/>
                    </a:solidFill>
                    <a:latin typeface="+mn-ea"/>
                  </a:rPr>
                  <a:t>\</a:t>
                </a:r>
                <a:r>
                  <a:rPr lang="en-US" altLang="ko-KR" sz="1600" dirty="0">
                    <a:solidFill>
                      <a:srgbClr val="FF0000"/>
                    </a:solidFill>
                    <a:latin typeface="+mn-ea"/>
                  </a:rPr>
                  <a:t>n</a:t>
                </a:r>
                <a:r>
                  <a:rPr lang="ko-KR" altLang="en-US" sz="1600" dirty="0">
                    <a:solidFill>
                      <a:srgbClr val="FF0000"/>
                    </a:solidFill>
                    <a:latin typeface="+mn-ea"/>
                  </a:rPr>
                  <a:t>을 입력하여야 파일 내 </a:t>
                </a:r>
                <a:r>
                  <a:rPr lang="ko-KR" altLang="en-US" sz="1600" dirty="0" err="1">
                    <a:solidFill>
                      <a:srgbClr val="FF0000"/>
                    </a:solidFill>
                    <a:latin typeface="+mn-ea"/>
                  </a:rPr>
                  <a:t>줄바꿈이</a:t>
                </a:r>
                <a:r>
                  <a:rPr lang="ko-KR" altLang="en-US" sz="1600" dirty="0">
                    <a:solidFill>
                      <a:srgbClr val="FF0000"/>
                    </a:solidFill>
                    <a:latin typeface="+mn-ea"/>
                  </a:rPr>
                  <a:t> 가능함</a:t>
                </a:r>
                <a:r>
                  <a:rPr lang="en-US" altLang="ko-KR" sz="1600" dirty="0">
                    <a:solidFill>
                      <a:srgbClr val="FF0000"/>
                    </a:solidFill>
                    <a:latin typeface="+mn-ea"/>
                  </a:rPr>
                  <a:t>.</a:t>
                </a:r>
                <a:r>
                  <a:rPr lang="ko-KR" altLang="en-US" sz="1600" dirty="0">
                    <a:solidFill>
                      <a:srgbClr val="FF0000"/>
                    </a:solidFill>
                    <a:latin typeface="+mn-ea"/>
                  </a:rPr>
                  <a:t> </a:t>
                </a:r>
                <a:endParaRPr lang="en-US" altLang="ko-KR" sz="1600" dirty="0">
                  <a:solidFill>
                    <a:srgbClr val="FF0000"/>
                  </a:solidFill>
                  <a:latin typeface="+mn-ea"/>
                </a:endParaRPr>
              </a:p>
              <a:p>
                <a:r>
                  <a:rPr lang="en-US" altLang="ko-KR" sz="1600" dirty="0">
                    <a:solidFill>
                      <a:srgbClr val="FF0000"/>
                    </a:solidFill>
                    <a:latin typeface="+mn-ea"/>
                  </a:rPr>
                  <a:t>‘ .. ‘ </a:t>
                </a:r>
                <a:r>
                  <a:rPr lang="ko-KR" altLang="en-US" sz="1600" dirty="0">
                    <a:solidFill>
                      <a:srgbClr val="FF0000"/>
                    </a:solidFill>
                    <a:latin typeface="+mn-ea"/>
                  </a:rPr>
                  <a:t>내부에 따옴표를 출력하려면 </a:t>
                </a:r>
                <a:r>
                  <a:rPr lang="en-US" altLang="ko-KR" sz="1600" kern="0" dirty="0">
                    <a:solidFill>
                      <a:srgbClr val="FF0000"/>
                    </a:solidFill>
                    <a:latin typeface="+mn-ea"/>
                  </a:rPr>
                  <a:t>\'</a:t>
                </a:r>
                <a:r>
                  <a:rPr lang="ko-KR" altLang="en-US" sz="1600" kern="0" dirty="0">
                    <a:solidFill>
                      <a:srgbClr val="FF0000"/>
                    </a:solidFill>
                    <a:latin typeface="+mn-ea"/>
                  </a:rPr>
                  <a:t>를 사용</a:t>
                </a:r>
                <a:endParaRPr lang="en-US" altLang="ko-KR" sz="1600" dirty="0">
                  <a:solidFill>
                    <a:srgbClr val="FF0000"/>
                  </a:solidFill>
                  <a:latin typeface="+mn-ea"/>
                </a:endParaRPr>
              </a:p>
            </p:txBody>
          </p:sp>
          <p:cxnSp>
            <p:nvCxnSpPr>
              <p:cNvPr id="39" name="직선 화살표 연결선 38"/>
              <p:cNvCxnSpPr>
                <a:cxnSpLocks/>
                <a:stCxn id="38" idx="1"/>
              </p:cNvCxnSpPr>
              <p:nvPr/>
            </p:nvCxnSpPr>
            <p:spPr>
              <a:xfrm flipH="1" flipV="1">
                <a:off x="1045827" y="1211167"/>
                <a:ext cx="750067" cy="73205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54562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6F40694-B3E4-4648-943B-992509A51A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이진 파일을 다룰지 텍스트 파일을 다룰지를 지정하는 모드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9.7 </a:t>
            </a:r>
            <a:r>
              <a:rPr lang="ko-KR" altLang="en-US" dirty="0"/>
              <a:t>파일 입출력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6E40C7-FFDC-391D-5771-FEAA32555AFB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컴퓨터의 입출력을 담당하는 프로세서에서 데이터는 </a:t>
            </a:r>
            <a:r>
              <a:rPr lang="ko-KR" altLang="en-US" b="1" dirty="0" err="1"/>
              <a:t>버퍼링</a:t>
            </a:r>
            <a:r>
              <a:rPr lang="en-US" altLang="ko-KR" b="1" baseline="30000" dirty="0">
                <a:solidFill>
                  <a:schemeClr val="accent5"/>
                </a:solidFill>
              </a:rPr>
              <a:t>buffering</a:t>
            </a:r>
            <a:r>
              <a:rPr lang="ko-KR" altLang="en-US" dirty="0"/>
              <a:t>된 후 처리되는 것이 일반적</a:t>
            </a:r>
            <a:endParaRPr lang="en-US" altLang="ko-KR" dirty="0"/>
          </a:p>
          <a:p>
            <a:r>
              <a:rPr lang="ko-KR" altLang="en-US" dirty="0"/>
              <a:t>이때 사용되는 </a:t>
            </a:r>
            <a:r>
              <a:rPr lang="ko-KR" altLang="en-US" b="1" dirty="0"/>
              <a:t>버퍼</a:t>
            </a:r>
            <a:r>
              <a:rPr lang="en-US" altLang="ko-KR" b="1" baseline="30000" dirty="0">
                <a:solidFill>
                  <a:schemeClr val="accent5"/>
                </a:solidFill>
              </a:rPr>
              <a:t>buffer</a:t>
            </a:r>
            <a:r>
              <a:rPr lang="ko-KR" altLang="en-US" dirty="0"/>
              <a:t>는 임시로 사용되는 기억공간</a:t>
            </a:r>
            <a:endParaRPr lang="en-US" altLang="ko-KR" dirty="0"/>
          </a:p>
          <a:p>
            <a:pPr lvl="1"/>
            <a:r>
              <a:rPr lang="ko-KR" altLang="en-US" dirty="0"/>
              <a:t>파일을 효율적으로 쓰기 위해서 일정한 크기만큼의 데이터를 모아 두었다가 한꺼번에 읽거나 쓰는 용도</a:t>
            </a:r>
            <a:endParaRPr lang="en-US" altLang="ko-KR" dirty="0"/>
          </a:p>
          <a:p>
            <a:r>
              <a:rPr lang="en-US" altLang="ko-KR" dirty="0"/>
              <a:t>close() </a:t>
            </a:r>
            <a:r>
              <a:rPr lang="ko-KR" altLang="en-US" dirty="0"/>
              <a:t>함수를 통해서 버퍼의 내용을 디스크로 보내고 버퍼 크기만큼의 메모리는 비워지게 된다</a:t>
            </a:r>
            <a:r>
              <a:rPr lang="en-US" altLang="ko-KR" dirty="0"/>
              <a:t>.</a:t>
            </a:r>
            <a:endParaRPr lang="ko-KR" altLang="en-US" dirty="0"/>
          </a:p>
          <a:p>
            <a:endParaRPr lang="ko-KR" altLang="en-US" dirty="0"/>
          </a:p>
          <a:p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rcRect t="4062" r="15826" b="8665"/>
          <a:stretch/>
        </p:blipFill>
        <p:spPr>
          <a:xfrm>
            <a:off x="1316516" y="4458333"/>
            <a:ext cx="5196251" cy="486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488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A993A83-B54B-B090-8C51-6773D641F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9.7 </a:t>
            </a:r>
            <a:r>
              <a:rPr lang="ko-KR" altLang="en-US" dirty="0"/>
              <a:t>파일 입출력</a:t>
            </a:r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066800" y="1524536"/>
            <a:ext cx="10015538" cy="4126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865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A993A83-B54B-B090-8C51-6773D641F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9.7 </a:t>
            </a:r>
            <a:r>
              <a:rPr lang="ko-KR" altLang="en-US" dirty="0"/>
              <a:t>파일 입출력</a:t>
            </a:r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83F0BB87-956B-C9CE-665C-76438A55B281}"/>
              </a:ext>
            </a:extLst>
          </p:cNvPr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2097343" y="1128713"/>
            <a:ext cx="7954451" cy="491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741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8748" y="2689486"/>
            <a:ext cx="8658726" cy="3496048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9.7.3 </a:t>
            </a:r>
            <a:r>
              <a:rPr lang="ko-KR" altLang="en-US" dirty="0"/>
              <a:t>파일 읽기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9.7 </a:t>
            </a:r>
            <a:r>
              <a:rPr lang="ko-KR" altLang="en-US" dirty="0"/>
              <a:t>파일 입출력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70A2412-25E8-7DE3-007E-20D695C7820C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ko-KR" dirty="0"/>
              <a:t>read() </a:t>
            </a:r>
            <a:r>
              <a:rPr lang="ko-KR" altLang="en-US" dirty="0"/>
              <a:t>메소드를 통해서 파일 읽어오기</a:t>
            </a:r>
            <a:endParaRPr lang="en-US" altLang="ko-KR" dirty="0"/>
          </a:p>
          <a:p>
            <a:r>
              <a:rPr lang="ko-KR" altLang="en-US" dirty="0"/>
              <a:t>파일의 모든 문자열</a:t>
            </a:r>
            <a:r>
              <a:rPr lang="en-US" altLang="ko-KR" dirty="0"/>
              <a:t>(</a:t>
            </a:r>
            <a:r>
              <a:rPr lang="ko-KR" altLang="en-US" dirty="0"/>
              <a:t>전체 내용</a:t>
            </a:r>
            <a:r>
              <a:rPr lang="en-US" altLang="ko-KR" dirty="0"/>
              <a:t>)</a:t>
            </a:r>
            <a:r>
              <a:rPr lang="ko-KR" altLang="en-US" dirty="0"/>
              <a:t>은 줄 바꿈에 관계없이 하나의 문자열로 반환됨</a:t>
            </a:r>
          </a:p>
          <a:p>
            <a:endParaRPr lang="ko-KR" altLang="en-US" dirty="0"/>
          </a:p>
          <a:p>
            <a:endParaRPr lang="ko-KR" altLang="en-US" dirty="0"/>
          </a:p>
        </p:txBody>
      </p:sp>
      <p:grpSp>
        <p:nvGrpSpPr>
          <p:cNvPr id="12" name="그룹 11"/>
          <p:cNvGrpSpPr/>
          <p:nvPr/>
        </p:nvGrpSpPr>
        <p:grpSpPr>
          <a:xfrm>
            <a:off x="6096013" y="2705708"/>
            <a:ext cx="5236437" cy="825541"/>
            <a:chOff x="1045827" y="975696"/>
            <a:chExt cx="5779405" cy="772351"/>
          </a:xfrm>
        </p:grpSpPr>
        <p:sp>
          <p:nvSpPr>
            <p:cNvPr id="13" name="TextBox 12"/>
            <p:cNvSpPr txBox="1"/>
            <p:nvPr/>
          </p:nvSpPr>
          <p:spPr>
            <a:xfrm>
              <a:off x="1795895" y="975696"/>
              <a:ext cx="5029337" cy="54709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600" dirty="0">
                  <a:solidFill>
                    <a:srgbClr val="FF0000"/>
                  </a:solidFill>
                </a:rPr>
                <a:t>hello.txt </a:t>
              </a:r>
              <a:r>
                <a:rPr lang="ko-KR" altLang="en-US" sz="1600" dirty="0">
                  <a:solidFill>
                    <a:srgbClr val="FF0000"/>
                  </a:solidFill>
                </a:rPr>
                <a:t>파일을 읽어서 </a:t>
              </a:r>
              <a:r>
                <a:rPr lang="en-US" altLang="ko-KR" sz="1600" dirty="0">
                  <a:solidFill>
                    <a:srgbClr val="FF0000"/>
                  </a:solidFill>
                </a:rPr>
                <a:t>print() </a:t>
              </a:r>
              <a:r>
                <a:rPr lang="ko-KR" altLang="en-US" sz="1600" dirty="0">
                  <a:solidFill>
                    <a:srgbClr val="FF0000"/>
                  </a:solidFill>
                </a:rPr>
                <a:t>함수로 출력하는 프로그램</a:t>
              </a:r>
              <a:endParaRPr lang="en-US" altLang="ko-KR" sz="1600" dirty="0">
                <a:solidFill>
                  <a:srgbClr val="FF0000"/>
                </a:solidFill>
              </a:endParaRPr>
            </a:p>
          </p:txBody>
        </p:sp>
        <p:cxnSp>
          <p:nvCxnSpPr>
            <p:cNvPr id="14" name="직선 화살표 연결선 13"/>
            <p:cNvCxnSpPr/>
            <p:nvPr/>
          </p:nvCxnSpPr>
          <p:spPr>
            <a:xfrm flipH="1">
              <a:off x="1045827" y="1233474"/>
              <a:ext cx="750068" cy="514573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00054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9.7.3 </a:t>
            </a:r>
            <a:r>
              <a:rPr lang="ko-KR" altLang="en-US" dirty="0"/>
              <a:t>파일 읽기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9.7 </a:t>
            </a:r>
            <a:r>
              <a:rPr lang="ko-KR" altLang="en-US" dirty="0"/>
              <a:t>파일 입출력</a:t>
            </a:r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F17BE350-2DC8-245D-90BE-C57CE2592F0B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ko-KR" dirty="0"/>
              <a:t>file_read_hello.py </a:t>
            </a:r>
            <a:r>
              <a:rPr lang="ko-KR" altLang="en-US" dirty="0"/>
              <a:t>파일을 인터프리터에서 수행한 결과</a:t>
            </a:r>
          </a:p>
          <a:p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136" y="2410670"/>
            <a:ext cx="10458450" cy="3371850"/>
          </a:xfrm>
          <a:prstGeom prst="rect">
            <a:avLst/>
          </a:prstGeom>
        </p:spPr>
      </p:pic>
      <p:grpSp>
        <p:nvGrpSpPr>
          <p:cNvPr id="6" name="그룹 5"/>
          <p:cNvGrpSpPr/>
          <p:nvPr/>
        </p:nvGrpSpPr>
        <p:grpSpPr>
          <a:xfrm>
            <a:off x="5808058" y="2301614"/>
            <a:ext cx="5236437" cy="825541"/>
            <a:chOff x="1045827" y="975696"/>
            <a:chExt cx="5779405" cy="772351"/>
          </a:xfrm>
        </p:grpSpPr>
        <p:sp>
          <p:nvSpPr>
            <p:cNvPr id="7" name="TextBox 6"/>
            <p:cNvSpPr txBox="1"/>
            <p:nvPr/>
          </p:nvSpPr>
          <p:spPr>
            <a:xfrm>
              <a:off x="1795895" y="975696"/>
              <a:ext cx="5029337" cy="54709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600" dirty="0">
                  <a:solidFill>
                    <a:srgbClr val="FF0000"/>
                  </a:solidFill>
                </a:rPr>
                <a:t>hello.txt </a:t>
              </a:r>
              <a:r>
                <a:rPr lang="ko-KR" altLang="en-US" sz="1600" dirty="0">
                  <a:solidFill>
                    <a:srgbClr val="FF0000"/>
                  </a:solidFill>
                </a:rPr>
                <a:t>의 내용을 읽어서 출력하는 프로그램의</a:t>
              </a:r>
              <a:endParaRPr lang="en-US" altLang="ko-KR" sz="1600" dirty="0">
                <a:solidFill>
                  <a:srgbClr val="FF0000"/>
                </a:solidFill>
              </a:endParaRPr>
            </a:p>
            <a:p>
              <a:r>
                <a:rPr lang="ko-KR" altLang="en-US" sz="1600" dirty="0">
                  <a:solidFill>
                    <a:srgbClr val="FF0000"/>
                  </a:solidFill>
                </a:rPr>
                <a:t>실행 결과</a:t>
              </a:r>
              <a:endParaRPr lang="en-US" altLang="ko-KR" sz="1600" dirty="0">
                <a:solidFill>
                  <a:srgbClr val="FF0000"/>
                </a:solidFill>
              </a:endParaRPr>
            </a:p>
          </p:txBody>
        </p:sp>
        <p:cxnSp>
          <p:nvCxnSpPr>
            <p:cNvPr id="8" name="직선 화살표 연결선 7"/>
            <p:cNvCxnSpPr/>
            <p:nvPr/>
          </p:nvCxnSpPr>
          <p:spPr>
            <a:xfrm flipH="1">
              <a:off x="1045827" y="1233474"/>
              <a:ext cx="750068" cy="514573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49906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9.7.3 </a:t>
            </a:r>
            <a:r>
              <a:rPr lang="ko-KR" altLang="en-US" dirty="0"/>
              <a:t>파일 읽기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9.7 </a:t>
            </a:r>
            <a:r>
              <a:rPr lang="ko-KR" altLang="en-US" dirty="0"/>
              <a:t>파일 입출력</a:t>
            </a:r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E7088D81-9067-B96E-DB11-8936F0DEDF43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ko-KR" dirty="0" err="1"/>
              <a:t>f.read</a:t>
            </a:r>
            <a:r>
              <a:rPr lang="en-US" altLang="ko-KR" dirty="0"/>
              <a:t>() </a:t>
            </a:r>
            <a:r>
              <a:rPr lang="ko-KR" altLang="en-US" dirty="0"/>
              <a:t>메소드의 인자로 </a:t>
            </a:r>
            <a:r>
              <a:rPr lang="en-US" altLang="ko-KR" dirty="0"/>
              <a:t>5</a:t>
            </a:r>
            <a:r>
              <a:rPr lang="ko-KR" altLang="en-US" dirty="0"/>
              <a:t>를 주면 파일로 부터 </a:t>
            </a:r>
            <a:r>
              <a:rPr lang="en-US" altLang="ko-KR" dirty="0"/>
              <a:t>5</a:t>
            </a:r>
            <a:r>
              <a:rPr lang="ko-KR" altLang="en-US" dirty="0"/>
              <a:t>개의 문자를 읽어 와서 이 문자를 문자열로 반환</a:t>
            </a:r>
            <a:endParaRPr lang="en-US" altLang="ko-KR" dirty="0"/>
          </a:p>
          <a:p>
            <a:r>
              <a:rPr lang="en-US" altLang="ko-KR" dirty="0"/>
              <a:t>‘Hello'</a:t>
            </a:r>
            <a:r>
              <a:rPr lang="ko-KR" altLang="en-US" dirty="0"/>
              <a:t>의 다섯 문자만 출력된다</a:t>
            </a:r>
            <a:r>
              <a:rPr lang="en-US" altLang="ko-KR" dirty="0"/>
              <a:t>.</a:t>
            </a:r>
            <a:endParaRPr lang="ko-KR" altLang="en-US" dirty="0"/>
          </a:p>
          <a:p>
            <a:endParaRPr lang="ko-KR" altLang="en-US" dirty="0"/>
          </a:p>
          <a:p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693" y="2962168"/>
            <a:ext cx="7933936" cy="325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777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9.7.3 </a:t>
            </a:r>
            <a:r>
              <a:rPr lang="ko-KR" altLang="en-US" dirty="0"/>
              <a:t>파일 읽기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9.7 </a:t>
            </a:r>
            <a:r>
              <a:rPr lang="ko-KR" altLang="en-US" dirty="0"/>
              <a:t>파일 입출력</a:t>
            </a:r>
          </a:p>
        </p:txBody>
      </p:sp>
      <p:pic>
        <p:nvPicPr>
          <p:cNvPr id="7" name="내용 개체 틀 6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066800" y="2776091"/>
            <a:ext cx="10015538" cy="2194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977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64D094F-1BD1-1C34-FFC4-E975DB252C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9.7.3 </a:t>
            </a:r>
            <a:r>
              <a:rPr lang="ko-KR" altLang="en-US" dirty="0"/>
              <a:t>파일 읽기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9.7 </a:t>
            </a:r>
            <a:r>
              <a:rPr lang="ko-KR" altLang="en-US" dirty="0"/>
              <a:t>파일 입출력</a:t>
            </a:r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A9144D73-1221-C94A-128D-85FB98F0F7BE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ko-KR" dirty="0" err="1"/>
              <a:t>readline</a:t>
            </a:r>
            <a:r>
              <a:rPr lang="en-US" altLang="ko-KR" dirty="0"/>
              <a:t>() </a:t>
            </a:r>
            <a:r>
              <a:rPr lang="en-US" altLang="ko-KR" dirty="0" err="1"/>
              <a:t>메소드를</a:t>
            </a:r>
            <a:r>
              <a:rPr lang="en-US" altLang="ko-KR" dirty="0"/>
              <a:t> </a:t>
            </a:r>
            <a:r>
              <a:rPr lang="en-US" altLang="ko-KR" dirty="0" err="1"/>
              <a:t>이용하여</a:t>
            </a:r>
            <a:r>
              <a:rPr lang="en-US" altLang="ko-KR" dirty="0"/>
              <a:t> foo.txt </a:t>
            </a:r>
            <a:r>
              <a:rPr lang="en-US" altLang="ko-KR" dirty="0" err="1"/>
              <a:t>파일의</a:t>
            </a:r>
            <a:r>
              <a:rPr lang="en-US" altLang="ko-KR" dirty="0"/>
              <a:t> 두 줄 </a:t>
            </a:r>
            <a:r>
              <a:rPr lang="ko-KR" altLang="en-US" dirty="0"/>
              <a:t>읽은 후</a:t>
            </a:r>
            <a:r>
              <a:rPr lang="en-US" altLang="ko-KR" dirty="0"/>
              <a:t> </a:t>
            </a:r>
            <a:r>
              <a:rPr lang="en-US" altLang="ko-KR" dirty="0" err="1"/>
              <a:t>출력</a:t>
            </a:r>
            <a:endParaRPr lang="en-US" altLang="ko-KR" dirty="0"/>
          </a:p>
          <a:p>
            <a:endParaRPr lang="ko-KR" altLang="en-US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8AF9D6FE-9F10-5738-04B1-DC2DF97C8F9D}"/>
              </a:ext>
            </a:extLst>
          </p:cNvPr>
          <p:cNvGrpSpPr/>
          <p:nvPr/>
        </p:nvGrpSpPr>
        <p:grpSpPr>
          <a:xfrm>
            <a:off x="1109986" y="2242216"/>
            <a:ext cx="9079043" cy="3878667"/>
            <a:chOff x="832225" y="1585491"/>
            <a:chExt cx="11192737" cy="4781660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2225" y="1585491"/>
              <a:ext cx="9418679" cy="4781660"/>
            </a:xfrm>
            <a:prstGeom prst="rect">
              <a:avLst/>
            </a:prstGeom>
          </p:spPr>
        </p:pic>
        <p:grpSp>
          <p:nvGrpSpPr>
            <p:cNvPr id="12" name="그룹 11"/>
            <p:cNvGrpSpPr/>
            <p:nvPr/>
          </p:nvGrpSpPr>
          <p:grpSpPr>
            <a:xfrm>
              <a:off x="6350340" y="2020435"/>
              <a:ext cx="5674622" cy="825542"/>
              <a:chOff x="1045827" y="975695"/>
              <a:chExt cx="6263026" cy="772352"/>
            </a:xfrm>
          </p:grpSpPr>
          <p:sp>
            <p:nvSpPr>
              <p:cNvPr id="13" name="TextBox 12"/>
              <p:cNvSpPr txBox="1"/>
              <p:nvPr/>
            </p:nvSpPr>
            <p:spPr>
              <a:xfrm>
                <a:off x="1795895" y="975695"/>
                <a:ext cx="5512958" cy="67670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dirty="0" err="1">
                    <a:solidFill>
                      <a:srgbClr val="FF0000"/>
                    </a:solidFill>
                  </a:rPr>
                  <a:t>f.readline</a:t>
                </a:r>
                <a:r>
                  <a:rPr lang="en-US" altLang="ko-KR" sz="1600" dirty="0">
                    <a:solidFill>
                      <a:srgbClr val="FF0000"/>
                    </a:solidFill>
                  </a:rPr>
                  <a:t>() </a:t>
                </a:r>
                <a:r>
                  <a:rPr lang="ko-KR" altLang="en-US" sz="1600" dirty="0">
                    <a:solidFill>
                      <a:srgbClr val="FF0000"/>
                    </a:solidFill>
                  </a:rPr>
                  <a:t>이 두 번 나오므로 </a:t>
                </a:r>
                <a:r>
                  <a:rPr lang="en-US" altLang="ko-KR" sz="1600" dirty="0">
                    <a:solidFill>
                      <a:srgbClr val="FF0000"/>
                    </a:solidFill>
                  </a:rPr>
                  <a:t>foo.txt </a:t>
                </a:r>
                <a:r>
                  <a:rPr lang="ko-KR" altLang="en-US" sz="1600" dirty="0">
                    <a:solidFill>
                      <a:srgbClr val="FF0000"/>
                    </a:solidFill>
                  </a:rPr>
                  <a:t>파일에서 두 줄을 읽는다</a:t>
                </a:r>
                <a:endParaRPr lang="en-US" altLang="ko-KR" sz="1600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14" name="직선 화살표 연결선 13"/>
              <p:cNvCxnSpPr/>
              <p:nvPr/>
            </p:nvCxnSpPr>
            <p:spPr>
              <a:xfrm flipH="1">
                <a:off x="1045827" y="1233474"/>
                <a:ext cx="750068" cy="514573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314513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64D094F-1BD1-1C34-FFC4-E975DB252C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9.7.3 </a:t>
            </a:r>
            <a:r>
              <a:rPr lang="ko-KR" altLang="en-US" dirty="0"/>
              <a:t>파일 읽기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9.7 </a:t>
            </a:r>
            <a:r>
              <a:rPr lang="ko-KR" altLang="en-US" dirty="0"/>
              <a:t>파일 입출력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6D2AD10E-4604-0168-1142-2861C71F0644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스트링의 </a:t>
            </a:r>
            <a:r>
              <a:rPr lang="en-US" altLang="ko-KR" dirty="0" err="1"/>
              <a:t>rstrip</a:t>
            </a:r>
            <a:r>
              <a:rPr lang="en-US" altLang="ko-KR" dirty="0"/>
              <a:t>() </a:t>
            </a:r>
            <a:r>
              <a:rPr lang="ko-KR" altLang="en-US" dirty="0"/>
              <a:t>메소드를 사용하여 마지막에 나오는 문자 삭제 가능</a:t>
            </a:r>
          </a:p>
          <a:p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986" y="2335194"/>
            <a:ext cx="9853483" cy="339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267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9.7 </a:t>
            </a:r>
            <a:r>
              <a:rPr lang="ko-KR" altLang="en-US" dirty="0"/>
              <a:t>파일 입출력</a:t>
            </a:r>
          </a:p>
        </p:txBody>
      </p:sp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7A1624F6-CB35-BBB1-A85A-BB87B1D98A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9.7.3 </a:t>
            </a:r>
            <a:r>
              <a:rPr lang="ko-KR" altLang="en-US" dirty="0"/>
              <a:t>파일 읽기</a:t>
            </a:r>
          </a:p>
        </p:txBody>
      </p:sp>
      <p:pic>
        <p:nvPicPr>
          <p:cNvPr id="11" name="내용 개체 틀 6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3293868" y="1124744"/>
            <a:ext cx="7189243" cy="5575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756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altLang="ko-KR" dirty="0"/>
              <a:t>9.7.4 </a:t>
            </a:r>
            <a:r>
              <a:rPr lang="ko-KR" altLang="en-US" dirty="0"/>
              <a:t>파일 추가하기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9.7 </a:t>
            </a:r>
            <a:r>
              <a:rPr lang="ko-KR" altLang="en-US" dirty="0"/>
              <a:t>파일 입출력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3BAB925-36B8-FCAE-D623-32F44521A0A9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pPr fontAlgn="base"/>
            <a:r>
              <a:rPr lang="en-US" altLang="ko-KR" dirty="0"/>
              <a:t>'a+‘ </a:t>
            </a:r>
            <a:r>
              <a:rPr lang="ko-KR" altLang="en-US" dirty="0"/>
              <a:t>모드를 사용</a:t>
            </a:r>
          </a:p>
          <a:p>
            <a:pPr lvl="1" fontAlgn="base"/>
            <a:r>
              <a:rPr lang="ko-KR" altLang="en-US" dirty="0"/>
              <a:t>이미 만들어진 파일의 뒤쪽에 새로운 내용을 추가</a:t>
            </a:r>
            <a:endParaRPr lang="en-US" altLang="ko-KR" dirty="0"/>
          </a:p>
          <a:p>
            <a:pPr fontAlgn="base"/>
            <a:r>
              <a:rPr lang="en-US" altLang="ko-KR" dirty="0"/>
              <a:t>a</a:t>
            </a:r>
            <a:r>
              <a:rPr lang="ko-KR" altLang="en-US" dirty="0"/>
              <a:t>는 추가</a:t>
            </a:r>
            <a:r>
              <a:rPr lang="en-US" altLang="ko-KR" dirty="0"/>
              <a:t>(append) </a:t>
            </a:r>
            <a:r>
              <a:rPr lang="ko-KR" altLang="en-US" dirty="0"/>
              <a:t>모드</a:t>
            </a:r>
            <a:endParaRPr lang="en-US" altLang="ko-KR" dirty="0"/>
          </a:p>
          <a:p>
            <a:pPr fontAlgn="base"/>
            <a:r>
              <a:rPr lang="en-US" altLang="ko-KR" dirty="0"/>
              <a:t>+</a:t>
            </a:r>
            <a:r>
              <a:rPr lang="ko-KR" altLang="en-US" dirty="0"/>
              <a:t>는 기존 파일이 없을 경우 새롭게 파일을 생성하는 모드</a:t>
            </a:r>
          </a:p>
          <a:p>
            <a:pPr fontAlgn="base"/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30140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altLang="ko-KR" dirty="0"/>
              <a:t>9.7.4 </a:t>
            </a:r>
            <a:r>
              <a:rPr lang="ko-KR" altLang="en-US" dirty="0"/>
              <a:t>파일 추가하기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9.7 </a:t>
            </a:r>
            <a:r>
              <a:rPr lang="ko-KR" altLang="en-US" dirty="0"/>
              <a:t>파일 입출력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31D00315-218B-13C0-DE17-171CD6BFD6CE}"/>
              </a:ext>
            </a:extLst>
          </p:cNvPr>
          <p:cNvGrpSpPr/>
          <p:nvPr/>
        </p:nvGrpSpPr>
        <p:grpSpPr>
          <a:xfrm>
            <a:off x="2023228" y="1619063"/>
            <a:ext cx="8145543" cy="4379844"/>
            <a:chOff x="1259714" y="826493"/>
            <a:chExt cx="9810429" cy="5275050"/>
          </a:xfrm>
        </p:grpSpPr>
        <p:pic>
          <p:nvPicPr>
            <p:cNvPr id="8" name="그림 7"/>
            <p:cNvPicPr>
              <a:picLocks noChangeAspect="1"/>
            </p:cNvPicPr>
            <p:nvPr/>
          </p:nvPicPr>
          <p:blipFill rotWithShape="1">
            <a:blip r:embed="rId2"/>
            <a:srcRect r="11316"/>
            <a:stretch/>
          </p:blipFill>
          <p:spPr>
            <a:xfrm>
              <a:off x="5993188" y="3579077"/>
              <a:ext cx="5062740" cy="2522466"/>
            </a:xfrm>
            <a:prstGeom prst="rect">
              <a:avLst/>
            </a:prstGeom>
          </p:spPr>
        </p:pic>
        <p:pic>
          <p:nvPicPr>
            <p:cNvPr id="9" name="그림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59714" y="826493"/>
              <a:ext cx="9810429" cy="2596099"/>
            </a:xfrm>
            <a:prstGeom prst="rect">
              <a:avLst/>
            </a:prstGeom>
          </p:spPr>
        </p:pic>
        <p:pic>
          <p:nvPicPr>
            <p:cNvPr id="10" name="그림 9"/>
            <p:cNvPicPr>
              <a:picLocks noChangeAspect="1"/>
            </p:cNvPicPr>
            <p:nvPr/>
          </p:nvPicPr>
          <p:blipFill rotWithShape="1">
            <a:blip r:embed="rId4"/>
            <a:srcRect r="23232"/>
            <a:stretch/>
          </p:blipFill>
          <p:spPr>
            <a:xfrm>
              <a:off x="1259714" y="3579076"/>
              <a:ext cx="4467755" cy="1990725"/>
            </a:xfrm>
            <a:prstGeom prst="rect">
              <a:avLst/>
            </a:prstGeom>
          </p:spPr>
        </p:pic>
        <p:sp>
          <p:nvSpPr>
            <p:cNvPr id="11" name="직사각형 10"/>
            <p:cNvSpPr/>
            <p:nvPr/>
          </p:nvSpPr>
          <p:spPr>
            <a:xfrm>
              <a:off x="6156362" y="5177662"/>
              <a:ext cx="3449782" cy="681643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224103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9.7.5 </a:t>
            </a:r>
            <a:r>
              <a:rPr lang="ko-KR" altLang="en-US" dirty="0"/>
              <a:t>파일 쓰기와 읽기 예제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9.7 </a:t>
            </a:r>
            <a:r>
              <a:rPr lang="ko-KR" altLang="en-US" dirty="0"/>
              <a:t>파일 입출력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B4D8FCF-651E-91F3-5550-EF4A011048FD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실제로 사용 가능한 응용분야를 찾아봅시다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사용자로부터 다섯 개의 정수를 입력으로 받아서 이 정수를 </a:t>
            </a:r>
            <a:r>
              <a:rPr lang="en-US" altLang="ko-KR" dirty="0"/>
              <a:t>data5.txt</a:t>
            </a:r>
            <a:r>
              <a:rPr lang="ko-KR" altLang="en-US" dirty="0"/>
              <a:t>에 저장</a:t>
            </a:r>
            <a:endParaRPr lang="en-US" altLang="ko-KR" dirty="0"/>
          </a:p>
          <a:p>
            <a:r>
              <a:rPr lang="en-US" altLang="ko-KR" dirty="0"/>
              <a:t>data5.txt</a:t>
            </a:r>
            <a:r>
              <a:rPr lang="ko-KR" altLang="en-US" dirty="0"/>
              <a:t>를 읽어서 이 정수들의 합과 평균을 출력하기</a:t>
            </a:r>
          </a:p>
          <a:p>
            <a:endParaRPr lang="ko-KR" altLang="en-US" dirty="0"/>
          </a:p>
          <a:p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37585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9.7.5 </a:t>
            </a:r>
            <a:r>
              <a:rPr lang="ko-KR" altLang="en-US" dirty="0"/>
              <a:t>파일 쓰기와 읽기 예제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9.7 </a:t>
            </a:r>
            <a:r>
              <a:rPr lang="ko-KR" altLang="en-US" dirty="0"/>
              <a:t>파일 입출력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30C863E5-4302-2A7C-F6AF-091ED08020D6}"/>
              </a:ext>
            </a:extLst>
          </p:cNvPr>
          <p:cNvGrpSpPr/>
          <p:nvPr/>
        </p:nvGrpSpPr>
        <p:grpSpPr>
          <a:xfrm>
            <a:off x="2487426" y="1700808"/>
            <a:ext cx="7013948" cy="4296286"/>
            <a:chOff x="590501" y="591935"/>
            <a:chExt cx="9015945" cy="5522578"/>
          </a:xfrm>
        </p:grpSpPr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0502" y="3774067"/>
              <a:ext cx="9015944" cy="2340446"/>
            </a:xfrm>
            <a:prstGeom prst="rect">
              <a:avLst/>
            </a:prstGeom>
          </p:spPr>
        </p:pic>
        <p:pic>
          <p:nvPicPr>
            <p:cNvPr id="8" name="그림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0501" y="591935"/>
              <a:ext cx="9015944" cy="30514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95865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rcRect r="3918"/>
          <a:stretch/>
        </p:blipFill>
        <p:spPr>
          <a:xfrm>
            <a:off x="1067257" y="2634856"/>
            <a:ext cx="10014757" cy="2666830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9.7.5 </a:t>
            </a:r>
            <a:r>
              <a:rPr lang="ko-KR" altLang="en-US" dirty="0"/>
              <a:t>파일 쓰기와 읽기 예제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90BD4A1B-91B7-6316-55B7-428060CA2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9.7 </a:t>
            </a:r>
            <a:r>
              <a:rPr lang="ko-KR" altLang="en-US" dirty="0"/>
              <a:t>파일 입출력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751808F1-0829-AE28-C560-B035EBC80CCB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ko-KR" dirty="0"/>
              <a:t>10, 20, 30, 40, 50</a:t>
            </a:r>
            <a:r>
              <a:rPr lang="ko-KR" altLang="en-US" dirty="0"/>
              <a:t>을 입력하고 나서 </a:t>
            </a:r>
            <a:r>
              <a:rPr lang="en-US" altLang="ko-KR" dirty="0"/>
              <a:t>file_write5.py </a:t>
            </a:r>
            <a:r>
              <a:rPr lang="ko-KR" altLang="en-US" dirty="0"/>
              <a:t>파일이 있는 폴더를 살펴보면 다음과 같이 </a:t>
            </a:r>
            <a:r>
              <a:rPr lang="en-US" altLang="ko-KR" dirty="0"/>
              <a:t>data5.txt </a:t>
            </a:r>
            <a:r>
              <a:rPr lang="ko-KR" altLang="en-US" dirty="0"/>
              <a:t>파일이 생성되어 있음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10777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58623914-6B2E-41C1-1839-C6B49A388FAC}"/>
              </a:ext>
            </a:extLst>
          </p:cNvPr>
          <p:cNvGrpSpPr/>
          <p:nvPr/>
        </p:nvGrpSpPr>
        <p:grpSpPr>
          <a:xfrm>
            <a:off x="2491355" y="2593117"/>
            <a:ext cx="6967437" cy="4137467"/>
            <a:chOff x="879761" y="2183569"/>
            <a:chExt cx="8189426" cy="4197796"/>
          </a:xfrm>
        </p:grpSpPr>
        <p:pic>
          <p:nvPicPr>
            <p:cNvPr id="6" name="그림 5"/>
            <p:cNvPicPr>
              <a:picLocks noChangeAspect="1"/>
            </p:cNvPicPr>
            <p:nvPr/>
          </p:nvPicPr>
          <p:blipFill rotWithShape="1">
            <a:blip r:embed="rId2"/>
            <a:srcRect r="14184"/>
            <a:stretch/>
          </p:blipFill>
          <p:spPr>
            <a:xfrm>
              <a:off x="879761" y="5376563"/>
              <a:ext cx="8147861" cy="1004802"/>
            </a:xfrm>
            <a:prstGeom prst="rect">
              <a:avLst/>
            </a:prstGeom>
          </p:spPr>
        </p:pic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9761" y="2183569"/>
              <a:ext cx="8189426" cy="3082042"/>
            </a:xfrm>
            <a:prstGeom prst="rect">
              <a:avLst/>
            </a:prstGeom>
          </p:spPr>
        </p:pic>
      </p:grp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9.7.5 </a:t>
            </a:r>
            <a:r>
              <a:rPr lang="ko-KR" altLang="en-US" dirty="0"/>
              <a:t>파일 쓰기와 읽기 예제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A44E9B6-3F1C-DFCE-62A1-C4C79ECC0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9.7 </a:t>
            </a:r>
            <a:r>
              <a:rPr lang="ko-KR" altLang="en-US" dirty="0"/>
              <a:t>파일 입출력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09EE04E-9CB5-9414-AAD7-174A8E94CBF1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파일로부터 정수를 읽어서 이 정수들의 합과 평균을 출력</a:t>
            </a:r>
          </a:p>
          <a:p>
            <a:r>
              <a:rPr lang="ko-KR" altLang="en-US" dirty="0"/>
              <a:t>파일에 저장된 </a:t>
            </a:r>
            <a:r>
              <a:rPr lang="en-US" altLang="ko-KR" dirty="0"/>
              <a:t>10</a:t>
            </a:r>
            <a:r>
              <a:rPr lang="ko-KR" altLang="en-US" dirty="0"/>
              <a:t>은 문자열 ‘</a:t>
            </a:r>
            <a:r>
              <a:rPr lang="en-US" altLang="ko-KR" dirty="0"/>
              <a:t>10’</a:t>
            </a:r>
            <a:r>
              <a:rPr lang="ko-KR" altLang="en-US" dirty="0"/>
              <a:t>이므로 </a:t>
            </a:r>
            <a:r>
              <a:rPr lang="en-US" altLang="ko-KR" dirty="0"/>
              <a:t>int()</a:t>
            </a:r>
            <a:r>
              <a:rPr lang="ko-KR" altLang="en-US" dirty="0"/>
              <a:t>를 이용하여 정수로 바꾸어야 덧셈 연산이 가능</a:t>
            </a:r>
          </a:p>
          <a:p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93842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9.7.5 </a:t>
            </a:r>
            <a:r>
              <a:rPr lang="ko-KR" altLang="en-US" dirty="0"/>
              <a:t>파일 쓰기와 읽기 예제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A44E9B6-3F1C-DFCE-62A1-C4C79ECC0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9.7 </a:t>
            </a:r>
            <a:r>
              <a:rPr lang="ko-KR" altLang="en-US" dirty="0"/>
              <a:t>파일 입출력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09EE04E-9CB5-9414-AAD7-174A8E94CBF1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라인 번호 출력 기능을 통해 개발자들은 파일의 어느 줄에서 오류가 발생하였는가를 손쉽게 알 수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1533" y="2397967"/>
            <a:ext cx="5250138" cy="3745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71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9.7.5 </a:t>
            </a:r>
            <a:r>
              <a:rPr lang="ko-KR" altLang="en-US" dirty="0"/>
              <a:t>파일 쓰기와 읽기 예제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A44E9B6-3F1C-DFCE-62A1-C4C79ECC0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9.7 </a:t>
            </a:r>
            <a:r>
              <a:rPr lang="ko-KR" altLang="en-US" dirty="0"/>
              <a:t>파일 입출력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09EE04E-9CB5-9414-AAD7-174A8E94CBF1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사용자로부터 파일 이름을 받아들인 후 파일의 내용을 라인 번호와 함께 출력하는 기능을 파일 입출력을 통해서 구현하기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rcRect r="1095"/>
          <a:stretch/>
        </p:blipFill>
        <p:spPr>
          <a:xfrm>
            <a:off x="1419742" y="2713252"/>
            <a:ext cx="9352518" cy="1729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187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9.7.5 </a:t>
            </a:r>
            <a:r>
              <a:rPr lang="ko-KR" altLang="en-US" dirty="0"/>
              <a:t>파일 쓰기와 읽기 예제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A44E9B6-3F1C-DFCE-62A1-C4C79ECC0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9.7 </a:t>
            </a:r>
            <a:r>
              <a:rPr lang="ko-KR" altLang="en-US" dirty="0"/>
              <a:t>파일 입출력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09EE04E-9CB5-9414-AAD7-174A8E94CBF1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680718" y="1700809"/>
            <a:ext cx="4401296" cy="4345428"/>
          </a:xfrm>
        </p:spPr>
        <p:txBody>
          <a:bodyPr/>
          <a:lstStyle/>
          <a:p>
            <a:r>
              <a:rPr lang="en-US" altLang="ko-KR" dirty="0"/>
              <a:t>format() </a:t>
            </a:r>
            <a:r>
              <a:rPr lang="ko-KR" altLang="en-US" dirty="0"/>
              <a:t>메소드를 사용하여 줄 번호와 줄의 내용을 출력</a:t>
            </a:r>
          </a:p>
          <a:p>
            <a:r>
              <a:rPr lang="ko-KR" altLang="en-US" dirty="0"/>
              <a:t>한글이 포함된 파일을 제대로 처리할 수 없다</a:t>
            </a:r>
            <a:r>
              <a:rPr lang="en-US" altLang="ko-KR" dirty="0"/>
              <a:t>.</a:t>
            </a:r>
            <a:endParaRPr lang="ko-KR" altLang="en-US" dirty="0"/>
          </a:p>
          <a:p>
            <a:pPr marL="0" indent="0">
              <a:buNone/>
            </a:pPr>
            <a:endParaRPr lang="ko-KR" altLang="en-US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B133870D-AC8A-88A0-5CD3-5E83A107001C}"/>
              </a:ext>
            </a:extLst>
          </p:cNvPr>
          <p:cNvGrpSpPr/>
          <p:nvPr/>
        </p:nvGrpSpPr>
        <p:grpSpPr>
          <a:xfrm>
            <a:off x="1007434" y="1635521"/>
            <a:ext cx="6251782" cy="4476004"/>
            <a:chOff x="246044" y="312188"/>
            <a:chExt cx="8053511" cy="5765964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482F7439-AC76-D2BF-CE39-29296D3AADE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6685"/>
            <a:stretch/>
          </p:blipFill>
          <p:spPr>
            <a:xfrm>
              <a:off x="246044" y="312188"/>
              <a:ext cx="7193847" cy="5765964"/>
            </a:xfrm>
            <a:prstGeom prst="rect">
              <a:avLst/>
            </a:prstGeom>
          </p:spPr>
        </p:pic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A2866B49-FFDD-52FB-5959-E4E5B9946A21}"/>
                </a:ext>
              </a:extLst>
            </p:cNvPr>
            <p:cNvGrpSpPr/>
            <p:nvPr/>
          </p:nvGrpSpPr>
          <p:grpSpPr>
            <a:xfrm>
              <a:off x="3593432" y="4111858"/>
              <a:ext cx="4706123" cy="753304"/>
              <a:chOff x="1267749" y="94506"/>
              <a:chExt cx="6244298" cy="704769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69E69C0-2757-7EFB-E86C-C10D005CBE5A}"/>
                  </a:ext>
                </a:extLst>
              </p:cNvPr>
              <p:cNvSpPr txBox="1"/>
              <p:nvPr/>
            </p:nvSpPr>
            <p:spPr>
              <a:xfrm>
                <a:off x="1795896" y="94506"/>
                <a:ext cx="5716151" cy="70476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600" dirty="0">
                    <a:solidFill>
                      <a:srgbClr val="FF0000"/>
                    </a:solidFill>
                  </a:rPr>
                  <a:t>영문으로 된 텍스트 파일을 </a:t>
                </a:r>
                <a:r>
                  <a:rPr lang="ko-KR" altLang="en-US" sz="1600" dirty="0" err="1">
                    <a:solidFill>
                      <a:srgbClr val="FF0000"/>
                    </a:solidFill>
                  </a:rPr>
                  <a:t>읽어들이는데</a:t>
                </a:r>
                <a:r>
                  <a:rPr lang="ko-KR" altLang="en-US" sz="1600" dirty="0">
                    <a:solidFill>
                      <a:srgbClr val="FF0000"/>
                    </a:solidFill>
                  </a:rPr>
                  <a:t> 문제가 없다</a:t>
                </a:r>
                <a:r>
                  <a:rPr lang="en-US" altLang="ko-KR" sz="1600" dirty="0">
                    <a:solidFill>
                      <a:srgbClr val="FF0000"/>
                    </a:solidFill>
                  </a:rPr>
                  <a:t>.</a:t>
                </a:r>
              </a:p>
            </p:txBody>
          </p:sp>
          <p:cxnSp>
            <p:nvCxnSpPr>
              <p:cNvPr id="10" name="직선 화살표 연결선 9">
                <a:extLst>
                  <a:ext uri="{FF2B5EF4-FFF2-40B4-BE49-F238E27FC236}">
                    <a16:creationId xmlns:a16="http://schemas.microsoft.com/office/drawing/2014/main" id="{D1FC0FEA-07EF-F173-583B-881B4343090B}"/>
                  </a:ext>
                </a:extLst>
              </p:cNvPr>
              <p:cNvCxnSpPr>
                <a:cxnSpLocks/>
                <a:stCxn id="9" idx="1"/>
              </p:cNvCxnSpPr>
              <p:nvPr/>
            </p:nvCxnSpPr>
            <p:spPr>
              <a:xfrm flipH="1">
                <a:off x="1267749" y="446891"/>
                <a:ext cx="528147" cy="213187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842952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9.7.5 </a:t>
            </a:r>
            <a:r>
              <a:rPr lang="ko-KR" altLang="en-US" dirty="0"/>
              <a:t>파일 쓰기와 읽기 예제</a:t>
            </a:r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6E8BDA6F-2C3E-1C90-1855-AA00C7C2F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9.7 </a:t>
            </a:r>
            <a:r>
              <a:rPr lang="ko-KR" altLang="en-US" dirty="0"/>
              <a:t>파일 입출력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2A5A3EF-FE57-1E6A-996E-FF351149A50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244220" y="1700809"/>
            <a:ext cx="2837794" cy="4345428"/>
          </a:xfrm>
        </p:spPr>
        <p:txBody>
          <a:bodyPr/>
          <a:lstStyle/>
          <a:p>
            <a:r>
              <a:rPr lang="ko-KR" altLang="en-US" dirty="0"/>
              <a:t>프로그램의 입력으로 앞서 작성한 ‘</a:t>
            </a:r>
            <a:r>
              <a:rPr lang="en-US" altLang="ko-KR" dirty="0"/>
              <a:t>file_read_5num.py’</a:t>
            </a:r>
            <a:r>
              <a:rPr lang="ko-KR" altLang="en-US" dirty="0"/>
              <a:t>를 사용</a:t>
            </a:r>
            <a:endParaRPr lang="en-US" altLang="ko-KR" dirty="0"/>
          </a:p>
          <a:p>
            <a:r>
              <a:rPr lang="en-US" altLang="ko-KR" dirty="0" err="1"/>
              <a:t>UnicodeDecodeError</a:t>
            </a:r>
            <a:r>
              <a:rPr lang="ko-KR" altLang="en-US" dirty="0"/>
              <a:t>라는 에러가 발생</a:t>
            </a:r>
            <a:endParaRPr lang="en-US" altLang="ko-KR" dirty="0"/>
          </a:p>
          <a:p>
            <a:pPr lvl="1"/>
            <a:r>
              <a:rPr lang="ko-KR" altLang="en-US" dirty="0"/>
              <a:t>파일의 내부에 한글이 포함되어 있어 이 한글 코드를 디코딩할 수 없을 때 발생하는 오류</a:t>
            </a:r>
          </a:p>
          <a:p>
            <a:pPr lvl="1"/>
            <a:endParaRPr lang="ko-KR" altLang="en-US" dirty="0"/>
          </a:p>
          <a:p>
            <a:endParaRPr lang="ko-KR" altLang="en-US" dirty="0"/>
          </a:p>
          <a:p>
            <a:endParaRPr lang="ko-KR" alt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8B5FA24F-7D85-21E9-B579-51AC53DA9C44}"/>
              </a:ext>
            </a:extLst>
          </p:cNvPr>
          <p:cNvGrpSpPr/>
          <p:nvPr/>
        </p:nvGrpSpPr>
        <p:grpSpPr>
          <a:xfrm>
            <a:off x="919622" y="1835574"/>
            <a:ext cx="7412413" cy="3777315"/>
            <a:chOff x="786706" y="2379260"/>
            <a:chExt cx="8239903" cy="4198998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86707" y="2379260"/>
              <a:ext cx="8239902" cy="2749124"/>
            </a:xfrm>
            <a:prstGeom prst="rect">
              <a:avLst/>
            </a:prstGeom>
          </p:spPr>
        </p:pic>
        <p:pic>
          <p:nvPicPr>
            <p:cNvPr id="15" name="그림 1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6706" y="5397332"/>
              <a:ext cx="5697452" cy="1180926"/>
            </a:xfrm>
            <a:prstGeom prst="rect">
              <a:avLst/>
            </a:prstGeom>
          </p:spPr>
        </p:pic>
        <p:grpSp>
          <p:nvGrpSpPr>
            <p:cNvPr id="10" name="그룹 9"/>
            <p:cNvGrpSpPr/>
            <p:nvPr/>
          </p:nvGrpSpPr>
          <p:grpSpPr>
            <a:xfrm>
              <a:off x="3757352" y="4480561"/>
              <a:ext cx="4979875" cy="940210"/>
              <a:chOff x="1446135" y="439454"/>
              <a:chExt cx="5496240" cy="879632"/>
            </a:xfrm>
          </p:grpSpPr>
          <p:sp>
            <p:nvSpPr>
              <p:cNvPr id="11" name="TextBox 10"/>
              <p:cNvSpPr txBox="1"/>
              <p:nvPr/>
            </p:nvSpPr>
            <p:spPr>
              <a:xfrm>
                <a:off x="1913038" y="771988"/>
                <a:ext cx="5029337" cy="547098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600" dirty="0">
                    <a:solidFill>
                      <a:srgbClr val="FF0000"/>
                    </a:solidFill>
                  </a:rPr>
                  <a:t>한글이 포함된 파일의 경우 </a:t>
                </a:r>
                <a:r>
                  <a:rPr lang="en-US" altLang="ko-KR" sz="1600" dirty="0">
                    <a:solidFill>
                      <a:srgbClr val="FF0000"/>
                    </a:solidFill>
                  </a:rPr>
                  <a:t>cp949 </a:t>
                </a:r>
                <a:r>
                  <a:rPr lang="ko-KR" altLang="en-US" sz="1600" dirty="0">
                    <a:solidFill>
                      <a:srgbClr val="FF0000"/>
                    </a:solidFill>
                  </a:rPr>
                  <a:t>형식의 코덱만으로는 한글을 디코딩 할 수 없음</a:t>
                </a:r>
                <a:endParaRPr lang="en-US" altLang="ko-KR" sz="1600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12" name="직선 화살표 연결선 11"/>
              <p:cNvCxnSpPr>
                <a:stCxn id="11" idx="1"/>
              </p:cNvCxnSpPr>
              <p:nvPr/>
            </p:nvCxnSpPr>
            <p:spPr>
              <a:xfrm flipH="1" flipV="1">
                <a:off x="1446135" y="439454"/>
                <a:ext cx="466903" cy="606084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3" name="직선 화살표 연결선 12"/>
            <p:cNvCxnSpPr>
              <a:stCxn id="11" idx="2"/>
            </p:cNvCxnSpPr>
            <p:nvPr/>
          </p:nvCxnSpPr>
          <p:spPr>
            <a:xfrm flipH="1">
              <a:off x="4763193" y="5420771"/>
              <a:ext cx="1695616" cy="38656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42962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9.7.5 </a:t>
            </a:r>
            <a:r>
              <a:rPr lang="ko-KR" altLang="en-US" dirty="0"/>
              <a:t>파일 쓰기와 읽기 예제</a:t>
            </a:r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DFC4F238-6D4B-6863-A864-041E2DA82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9.7 </a:t>
            </a:r>
            <a:r>
              <a:rPr lang="ko-KR" altLang="en-US" dirty="0"/>
              <a:t>파일 입출력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B3A5DA3-2086-61DE-B90B-F788A41EF3C7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ko-KR" dirty="0"/>
              <a:t>open() </a:t>
            </a:r>
            <a:r>
              <a:rPr lang="ko-KR" altLang="en-US" dirty="0"/>
              <a:t>함수의 인코딩 방식을 </a:t>
            </a:r>
            <a:r>
              <a:rPr lang="en-US" altLang="ko-KR" dirty="0"/>
              <a:t>encoding = 'UTF8'</a:t>
            </a:r>
            <a:r>
              <a:rPr lang="ko-KR" altLang="en-US" dirty="0"/>
              <a:t>과 같이 키워드로 지정하여 문제를 해결</a:t>
            </a:r>
          </a:p>
          <a:p>
            <a:endParaRPr lang="ko-KR" altLang="en-US" dirty="0"/>
          </a:p>
          <a:p>
            <a:endParaRPr lang="ko-KR" altLang="en-US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66FD9827-3C4D-2013-0599-6063AC191006}"/>
              </a:ext>
            </a:extLst>
          </p:cNvPr>
          <p:cNvGrpSpPr/>
          <p:nvPr/>
        </p:nvGrpSpPr>
        <p:grpSpPr>
          <a:xfrm>
            <a:off x="2215017" y="2133102"/>
            <a:ext cx="8989620" cy="3913135"/>
            <a:chOff x="884217" y="1169047"/>
            <a:chExt cx="11274847" cy="4907883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 rotWithShape="1">
            <a:blip r:embed="rId2"/>
            <a:srcRect l="1" r="458" b="8510"/>
            <a:stretch/>
          </p:blipFill>
          <p:spPr>
            <a:xfrm>
              <a:off x="884217" y="1873959"/>
              <a:ext cx="9016241" cy="594921"/>
            </a:xfrm>
            <a:prstGeom prst="rect">
              <a:avLst/>
            </a:prstGeom>
          </p:spPr>
        </p:pic>
        <p:grpSp>
          <p:nvGrpSpPr>
            <p:cNvPr id="11" name="그룹 10"/>
            <p:cNvGrpSpPr/>
            <p:nvPr/>
          </p:nvGrpSpPr>
          <p:grpSpPr>
            <a:xfrm>
              <a:off x="5560632" y="1169047"/>
              <a:ext cx="6598432" cy="862501"/>
              <a:chOff x="-224299" y="-1514705"/>
              <a:chExt cx="7282626" cy="806929"/>
            </a:xfrm>
          </p:grpSpPr>
          <p:sp>
            <p:nvSpPr>
              <p:cNvPr id="12" name="TextBox 11"/>
              <p:cNvSpPr txBox="1"/>
              <p:nvPr/>
            </p:nvSpPr>
            <p:spPr>
              <a:xfrm>
                <a:off x="2072724" y="-1514705"/>
                <a:ext cx="4985603" cy="65949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600" dirty="0">
                    <a:solidFill>
                      <a:srgbClr val="FF0000"/>
                    </a:solidFill>
                  </a:rPr>
                  <a:t>한글이 포함된 텍스트 파일을 </a:t>
                </a:r>
                <a:r>
                  <a:rPr lang="ko-KR" altLang="en-US" sz="1600" dirty="0" err="1">
                    <a:solidFill>
                      <a:srgbClr val="FF0000"/>
                    </a:solidFill>
                  </a:rPr>
                  <a:t>읽어들이는데</a:t>
                </a:r>
                <a:r>
                  <a:rPr lang="ko-KR" altLang="en-US" sz="1600" dirty="0">
                    <a:solidFill>
                      <a:srgbClr val="FF0000"/>
                    </a:solidFill>
                  </a:rPr>
                  <a:t> 문제가 없다</a:t>
                </a:r>
                <a:endParaRPr lang="en-US" altLang="ko-KR" sz="1600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13" name="직선 화살표 연결선 12"/>
              <p:cNvCxnSpPr>
                <a:cxnSpLocks/>
                <a:stCxn id="12" idx="1"/>
              </p:cNvCxnSpPr>
              <p:nvPr/>
            </p:nvCxnSpPr>
            <p:spPr>
              <a:xfrm flipH="1">
                <a:off x="-224299" y="-1184958"/>
                <a:ext cx="2297023" cy="477182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4217" y="2626468"/>
              <a:ext cx="9003417" cy="345046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5905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9.7.5 </a:t>
            </a:r>
            <a:r>
              <a:rPr lang="ko-KR" altLang="en-US" dirty="0"/>
              <a:t>파일 쓰기와 읽기 예제</a:t>
            </a:r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DFC4F238-6D4B-6863-A864-041E2DA82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9.7 </a:t>
            </a:r>
            <a:r>
              <a:rPr lang="ko-KR" altLang="en-US" dirty="0"/>
              <a:t>파일 입출력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B3A5DA3-2086-61DE-B90B-F788A41EF3C7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파일 이름이 잘못 입력될 경우 발생하는 문제</a:t>
            </a:r>
            <a:endParaRPr lang="en-US" altLang="ko-KR" dirty="0"/>
          </a:p>
          <a:p>
            <a:pPr lvl="1"/>
            <a:r>
              <a:rPr lang="en-US" altLang="ko-KR" dirty="0"/>
              <a:t>file_read_5num과 </a:t>
            </a:r>
            <a:r>
              <a:rPr lang="en-US" altLang="ko-KR" dirty="0" err="1"/>
              <a:t>같이</a:t>
            </a:r>
            <a:r>
              <a:rPr lang="en-US" altLang="ko-KR" dirty="0"/>
              <a:t> </a:t>
            </a:r>
            <a:r>
              <a:rPr lang="en-US" altLang="ko-KR" dirty="0" err="1"/>
              <a:t>확장자를</a:t>
            </a:r>
            <a:r>
              <a:rPr lang="en-US" altLang="ko-KR" dirty="0"/>
              <a:t> </a:t>
            </a:r>
            <a:r>
              <a:rPr lang="en-US" altLang="ko-KR" dirty="0" err="1"/>
              <a:t>생략하고</a:t>
            </a:r>
            <a:r>
              <a:rPr lang="en-US" altLang="ko-KR" dirty="0"/>
              <a:t> </a:t>
            </a:r>
            <a:r>
              <a:rPr lang="en-US" altLang="ko-KR" dirty="0" err="1"/>
              <a:t>입력하면</a:t>
            </a:r>
            <a:r>
              <a:rPr lang="en-US" altLang="ko-KR" dirty="0"/>
              <a:t> open() </a:t>
            </a:r>
            <a:r>
              <a:rPr lang="en-US" altLang="ko-KR" dirty="0" err="1"/>
              <a:t>함수는</a:t>
            </a:r>
            <a:r>
              <a:rPr lang="en-US" altLang="ko-KR" dirty="0"/>
              <a:t> ‘</a:t>
            </a:r>
            <a:r>
              <a:rPr lang="en-US" altLang="ko-KR" dirty="0" err="1"/>
              <a:t>FileNotFoundError</a:t>
            </a:r>
            <a:r>
              <a:rPr lang="en-US" altLang="ko-KR" dirty="0"/>
              <a:t>’ </a:t>
            </a:r>
            <a:r>
              <a:rPr lang="en-US" altLang="ko-KR" dirty="0" err="1"/>
              <a:t>오류를</a:t>
            </a:r>
            <a:r>
              <a:rPr lang="en-US" altLang="ko-KR" dirty="0"/>
              <a:t> </a:t>
            </a:r>
            <a:r>
              <a:rPr lang="en-US" altLang="ko-KR" dirty="0" err="1"/>
              <a:t>출력</a:t>
            </a:r>
            <a:endParaRPr lang="en-US" altLang="ko-KR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FA6251A2-7BC0-2DAD-C6AB-3023F962F8FA}"/>
              </a:ext>
            </a:extLst>
          </p:cNvPr>
          <p:cNvGrpSpPr/>
          <p:nvPr/>
        </p:nvGrpSpPr>
        <p:grpSpPr>
          <a:xfrm>
            <a:off x="1350196" y="3051110"/>
            <a:ext cx="9437467" cy="2864497"/>
            <a:chOff x="771698" y="2238819"/>
            <a:chExt cx="10317480" cy="3131602"/>
          </a:xfrm>
        </p:grpSpPr>
        <p:pic>
          <p:nvPicPr>
            <p:cNvPr id="9" name="그림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71698" y="2381332"/>
              <a:ext cx="10317480" cy="2989089"/>
            </a:xfrm>
            <a:prstGeom prst="rect">
              <a:avLst/>
            </a:prstGeom>
          </p:spPr>
        </p:pic>
        <p:grpSp>
          <p:nvGrpSpPr>
            <p:cNvPr id="10" name="그룹 9"/>
            <p:cNvGrpSpPr/>
            <p:nvPr/>
          </p:nvGrpSpPr>
          <p:grpSpPr>
            <a:xfrm>
              <a:off x="5393501" y="2238819"/>
              <a:ext cx="4153764" cy="1275644"/>
              <a:chOff x="1115847" y="241677"/>
              <a:chExt cx="4584469" cy="1193454"/>
            </a:xfrm>
          </p:grpSpPr>
          <p:sp>
            <p:nvSpPr>
              <p:cNvPr id="14" name="TextBox 13"/>
              <p:cNvSpPr txBox="1"/>
              <p:nvPr/>
            </p:nvSpPr>
            <p:spPr>
              <a:xfrm>
                <a:off x="1795895" y="241677"/>
                <a:ext cx="3904421" cy="598113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600" dirty="0">
                    <a:solidFill>
                      <a:srgbClr val="FF0000"/>
                    </a:solidFill>
                  </a:rPr>
                  <a:t>안전한 코딩은 중요하다</a:t>
                </a:r>
                <a:r>
                  <a:rPr lang="en-US" altLang="ko-KR" sz="1600" dirty="0">
                    <a:solidFill>
                      <a:srgbClr val="FF0000"/>
                    </a:solidFill>
                  </a:rPr>
                  <a:t>!</a:t>
                </a:r>
              </a:p>
              <a:p>
                <a:r>
                  <a:rPr lang="ko-KR" altLang="en-US" sz="1600" dirty="0">
                    <a:solidFill>
                      <a:srgbClr val="FF0000"/>
                    </a:solidFill>
                  </a:rPr>
                  <a:t>따라서 예외처리문이 필요하다</a:t>
                </a:r>
                <a:r>
                  <a:rPr lang="en-US" altLang="ko-KR" sz="1600" dirty="0">
                    <a:solidFill>
                      <a:srgbClr val="FF0000"/>
                    </a:solidFill>
                  </a:rPr>
                  <a:t>!!</a:t>
                </a:r>
              </a:p>
            </p:txBody>
          </p:sp>
          <p:cxnSp>
            <p:nvCxnSpPr>
              <p:cNvPr id="15" name="직선 화살표 연결선 14"/>
              <p:cNvCxnSpPr>
                <a:cxnSpLocks/>
                <a:stCxn id="14" idx="1"/>
              </p:cNvCxnSpPr>
              <p:nvPr/>
            </p:nvCxnSpPr>
            <p:spPr>
              <a:xfrm flipH="1">
                <a:off x="1115847" y="540734"/>
                <a:ext cx="680048" cy="894397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267931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DFC4F238-6D4B-6863-A864-041E2DA82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9.7 </a:t>
            </a:r>
            <a:r>
              <a:rPr lang="ko-KR" altLang="en-US" dirty="0"/>
              <a:t>파일 입출력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B3A5DA3-2086-61DE-B90B-F788A41EF3C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662057" y="2453639"/>
            <a:ext cx="4419957" cy="3592597"/>
          </a:xfrm>
        </p:spPr>
        <p:txBody>
          <a:bodyPr/>
          <a:lstStyle/>
          <a:p>
            <a:r>
              <a:rPr lang="en-US" altLang="ko-KR" dirty="0"/>
              <a:t>try-except </a:t>
            </a:r>
            <a:r>
              <a:rPr lang="ko-KR" altLang="en-US" dirty="0"/>
              <a:t>문을 이용하여 파일명이 제대로 입력되었는지</a:t>
            </a:r>
            <a:r>
              <a:rPr lang="en-US" altLang="ko-KR" dirty="0"/>
              <a:t>,</a:t>
            </a:r>
            <a:r>
              <a:rPr lang="ko-KR" altLang="en-US" dirty="0"/>
              <a:t> 혹은 파일을 열 수 있는가를 검사한 후 오류가 없을 경우 파일을  읽어서 출력해야 함</a:t>
            </a:r>
          </a:p>
          <a:p>
            <a:endParaRPr lang="ko-KR" altLang="en-US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EC022804-45DC-144D-778E-7F3B070FEAD4}"/>
              </a:ext>
            </a:extLst>
          </p:cNvPr>
          <p:cNvGrpSpPr/>
          <p:nvPr/>
        </p:nvGrpSpPr>
        <p:grpSpPr>
          <a:xfrm>
            <a:off x="905835" y="1001471"/>
            <a:ext cx="6964001" cy="5684142"/>
            <a:chOff x="386463" y="174566"/>
            <a:chExt cx="7991623" cy="6375085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 rotWithShape="1">
            <a:blip r:embed="rId2"/>
            <a:srcRect l="1176" t="664" r="440" b="1658"/>
            <a:stretch/>
          </p:blipFill>
          <p:spPr>
            <a:xfrm>
              <a:off x="386463" y="174566"/>
              <a:ext cx="6019133" cy="5503027"/>
            </a:xfrm>
            <a:prstGeom prst="rect">
              <a:avLst/>
            </a:prstGeom>
          </p:spPr>
        </p:pic>
        <p:grpSp>
          <p:nvGrpSpPr>
            <p:cNvPr id="11" name="그룹 10"/>
            <p:cNvGrpSpPr/>
            <p:nvPr/>
          </p:nvGrpSpPr>
          <p:grpSpPr>
            <a:xfrm>
              <a:off x="2373737" y="354506"/>
              <a:ext cx="5435562" cy="2082672"/>
              <a:chOff x="-269531" y="241676"/>
              <a:chExt cx="6932734" cy="1948485"/>
            </a:xfrm>
          </p:grpSpPr>
          <p:sp>
            <p:nvSpPr>
              <p:cNvPr id="12" name="TextBox 11"/>
              <p:cNvSpPr txBox="1"/>
              <p:nvPr/>
            </p:nvSpPr>
            <p:spPr>
              <a:xfrm>
                <a:off x="1795895" y="241676"/>
                <a:ext cx="4867308" cy="44903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600" dirty="0">
                    <a:solidFill>
                      <a:srgbClr val="FF0000"/>
                    </a:solidFill>
                  </a:rPr>
                  <a:t>파이썬 프로그램을 종료함</a:t>
                </a:r>
                <a:endParaRPr lang="en-US" altLang="ko-KR" sz="1600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13" name="직선 화살표 연결선 12"/>
              <p:cNvCxnSpPr>
                <a:cxnSpLocks/>
                <a:stCxn id="12" idx="1"/>
              </p:cNvCxnSpPr>
              <p:nvPr/>
            </p:nvCxnSpPr>
            <p:spPr>
              <a:xfrm flipH="1">
                <a:off x="-269531" y="466191"/>
                <a:ext cx="2065426" cy="1723970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그룹 16"/>
            <p:cNvGrpSpPr/>
            <p:nvPr/>
          </p:nvGrpSpPr>
          <p:grpSpPr>
            <a:xfrm>
              <a:off x="3615395" y="1078881"/>
              <a:ext cx="4762691" cy="2082672"/>
              <a:chOff x="-32283" y="103507"/>
              <a:chExt cx="6074529" cy="1948485"/>
            </a:xfrm>
          </p:grpSpPr>
          <p:sp>
            <p:nvSpPr>
              <p:cNvPr id="18" name="TextBox 17"/>
              <p:cNvSpPr txBox="1"/>
              <p:nvPr/>
            </p:nvSpPr>
            <p:spPr>
              <a:xfrm>
                <a:off x="2033143" y="103507"/>
                <a:ext cx="4009103" cy="44902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600" dirty="0">
                    <a:solidFill>
                      <a:srgbClr val="FF0000"/>
                    </a:solidFill>
                  </a:rPr>
                  <a:t>발생한 예외를 반환함</a:t>
                </a:r>
                <a:endParaRPr lang="en-US" altLang="ko-KR" sz="1600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19" name="직선 화살표 연결선 18"/>
              <p:cNvCxnSpPr>
                <a:cxnSpLocks/>
                <a:stCxn id="18" idx="1"/>
              </p:cNvCxnSpPr>
              <p:nvPr/>
            </p:nvCxnSpPr>
            <p:spPr>
              <a:xfrm flipH="1">
                <a:off x="-32283" y="328022"/>
                <a:ext cx="2065427" cy="1723970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6463" y="5744095"/>
              <a:ext cx="6019133" cy="80555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49851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3B105F8-3462-7A9B-7E83-995728A054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9.7.5 </a:t>
            </a:r>
            <a:r>
              <a:rPr lang="ko-KR" altLang="en-US" dirty="0"/>
              <a:t>파일 쓰기와 읽기 예제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2ACE5AD1-A993-C65E-CDAA-32D230724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9.7 </a:t>
            </a:r>
            <a:r>
              <a:rPr lang="ko-KR" altLang="en-US" dirty="0"/>
              <a:t>파일 입출력</a:t>
            </a:r>
          </a:p>
        </p:txBody>
      </p:sp>
      <p:pic>
        <p:nvPicPr>
          <p:cNvPr id="6" name="내용 개체 틀 5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541910" y="1700808"/>
            <a:ext cx="6793185" cy="4939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554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2995" y="3711631"/>
            <a:ext cx="5719868" cy="2446571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ko-KR" altLang="en-US" dirty="0"/>
              <a:t>문법을 명확하게 만들고 예외를 손쉽게 처리하는 방법</a:t>
            </a:r>
          </a:p>
          <a:p>
            <a:pPr>
              <a:lnSpc>
                <a:spcPct val="110000"/>
              </a:lnSpc>
            </a:pPr>
            <a:r>
              <a:rPr lang="ko-KR" altLang="en-US" b="1" dirty="0"/>
              <a:t>컨텍스트 매니저</a:t>
            </a:r>
            <a:r>
              <a:rPr lang="en-US" altLang="ko-KR" b="1" baseline="30000" dirty="0">
                <a:solidFill>
                  <a:schemeClr val="accent5"/>
                </a:solidFill>
              </a:rPr>
              <a:t>context manager</a:t>
            </a:r>
          </a:p>
          <a:p>
            <a:pPr lvl="1">
              <a:lnSpc>
                <a:spcPct val="110000"/>
              </a:lnSpc>
            </a:pPr>
            <a:r>
              <a:rPr lang="ko-KR" altLang="en-US" dirty="0"/>
              <a:t>파일</a:t>
            </a:r>
            <a:r>
              <a:rPr lang="en-US" altLang="ko-KR" dirty="0"/>
              <a:t>, </a:t>
            </a:r>
            <a:r>
              <a:rPr lang="ko-KR" altLang="en-US" dirty="0"/>
              <a:t>네트워크</a:t>
            </a:r>
            <a:r>
              <a:rPr lang="en-US" altLang="ko-KR" dirty="0"/>
              <a:t> </a:t>
            </a:r>
            <a:r>
              <a:rPr lang="ko-KR" altLang="en-US" dirty="0"/>
              <a:t>연결</a:t>
            </a:r>
            <a:r>
              <a:rPr lang="en-US" altLang="ko-KR" dirty="0"/>
              <a:t>, </a:t>
            </a:r>
            <a:r>
              <a:rPr lang="ko-KR" altLang="en-US" dirty="0"/>
              <a:t>데이터베이스 연결과 같이 리소스를 사용하고 해제하는 과정을 효율적으로 관리하게 도와주는 객체</a:t>
            </a:r>
            <a:endParaRPr lang="en-US" altLang="ko-KR" dirty="0"/>
          </a:p>
          <a:p>
            <a:pPr lvl="1">
              <a:lnSpc>
                <a:spcPct val="110000"/>
              </a:lnSpc>
            </a:pPr>
            <a:r>
              <a:rPr lang="ko-KR" altLang="en-US" dirty="0"/>
              <a:t>만드는 방법 </a:t>
            </a:r>
            <a:r>
              <a:rPr lang="en-US" altLang="ko-KR" dirty="0"/>
              <a:t>: __enter__(), __exit__()</a:t>
            </a:r>
            <a:r>
              <a:rPr lang="ko-KR" altLang="en-US" dirty="0"/>
              <a:t>라는 특수 함수를 정의</a:t>
            </a:r>
            <a:endParaRPr lang="en-US" altLang="ko-KR" dirty="0"/>
          </a:p>
          <a:p>
            <a:pPr lvl="1">
              <a:lnSpc>
                <a:spcPct val="110000"/>
              </a:lnSpc>
            </a:pPr>
            <a:r>
              <a:rPr lang="ko-KR" altLang="en-US" dirty="0"/>
              <a:t>컨텍스트에 들어갈 때 자동으로 </a:t>
            </a:r>
            <a:r>
              <a:rPr lang="en-US" altLang="ko-KR" dirty="0"/>
              <a:t>__enter__ </a:t>
            </a:r>
            <a:r>
              <a:rPr lang="ko-KR" altLang="en-US" dirty="0"/>
              <a:t>메소드가 실행</a:t>
            </a:r>
            <a:r>
              <a:rPr lang="en-US" altLang="ko-KR" dirty="0"/>
              <a:t>, </a:t>
            </a:r>
            <a:r>
              <a:rPr lang="ko-KR" altLang="en-US" dirty="0"/>
              <a:t>빠져나올 때는 </a:t>
            </a:r>
            <a:r>
              <a:rPr lang="en-US" altLang="ko-KR" dirty="0"/>
              <a:t>__exit__() </a:t>
            </a:r>
            <a:r>
              <a:rPr lang="ko-KR" altLang="en-US" dirty="0"/>
              <a:t>실행</a:t>
            </a:r>
            <a:endParaRPr lang="en-US" altLang="ko-KR" dirty="0"/>
          </a:p>
          <a:p>
            <a:pPr>
              <a:lnSpc>
                <a:spcPct val="110000"/>
              </a:lnSpc>
            </a:pPr>
            <a:r>
              <a:rPr lang="en-US" altLang="ko-KR" dirty="0"/>
              <a:t>with </a:t>
            </a:r>
            <a:r>
              <a:rPr lang="ko-KR" altLang="en-US" dirty="0"/>
              <a:t>구문 이용 시 </a:t>
            </a:r>
            <a:r>
              <a:rPr lang="en-US" altLang="ko-KR" dirty="0"/>
              <a:t>try-except-finally</a:t>
            </a:r>
            <a:r>
              <a:rPr lang="ko-KR" altLang="en-US" dirty="0"/>
              <a:t>를 대신하여 더욱 쉽게 사용 가능</a:t>
            </a:r>
          </a:p>
          <a:p>
            <a:pPr>
              <a:lnSpc>
                <a:spcPct val="110000"/>
              </a:lnSpc>
            </a:pP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9.8 with </a:t>
            </a:r>
            <a:r>
              <a:rPr lang="ko-KR" altLang="en-US" dirty="0"/>
              <a:t>문법</a:t>
            </a:r>
          </a:p>
        </p:txBody>
      </p:sp>
    </p:spTree>
    <p:extLst>
      <p:ext uri="{BB962C8B-B14F-4D97-AF65-F5344CB8AC3E}">
        <p14:creationId xmlns:p14="http://schemas.microsoft.com/office/powerpoint/2010/main" val="2350394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427" y="3996040"/>
            <a:ext cx="7174973" cy="2169356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987" y="1177010"/>
            <a:ext cx="7171304" cy="1646000"/>
          </a:xfrm>
          <a:prstGeom prst="rect">
            <a:avLst/>
          </a:prstGeom>
        </p:spPr>
      </p:pic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DDFE169-0038-814B-DD5C-5B74F32C1C68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이 코드는 파일 열기가 실패할 경우 프로그램이 급작스럽게 종료되는 문제점 존재</a:t>
            </a:r>
            <a:endParaRPr lang="en-US" altLang="ko-KR" dirty="0"/>
          </a:p>
          <a:p>
            <a:pPr lvl="1"/>
            <a:r>
              <a:rPr lang="ko-KR" altLang="en-US" dirty="0"/>
              <a:t>이를 해결하기 위한 예외처리문 필요</a:t>
            </a:r>
            <a:endParaRPr lang="en-US" altLang="ko-KR" dirty="0"/>
          </a:p>
          <a:p>
            <a:pPr lvl="1"/>
            <a:r>
              <a:rPr lang="en-US" altLang="ko-KR" dirty="0"/>
              <a:t>Try-finally </a:t>
            </a:r>
            <a:r>
              <a:rPr lang="ko-KR" altLang="en-US" dirty="0"/>
              <a:t>사용</a:t>
            </a:r>
          </a:p>
          <a:p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ABB14ECE-B8B7-5B51-1EF4-94053D48F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9.8 with </a:t>
            </a:r>
            <a:r>
              <a:rPr lang="ko-KR" altLang="en-US" dirty="0"/>
              <a:t>문법</a:t>
            </a:r>
          </a:p>
        </p:txBody>
      </p:sp>
    </p:spTree>
    <p:extLst>
      <p:ext uri="{BB962C8B-B14F-4D97-AF65-F5344CB8AC3E}">
        <p14:creationId xmlns:p14="http://schemas.microsoft.com/office/powerpoint/2010/main" val="3454614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r="2775"/>
          <a:stretch/>
        </p:blipFill>
        <p:spPr>
          <a:xfrm>
            <a:off x="1165860" y="1688548"/>
            <a:ext cx="9247103" cy="1740452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with ~ as : </a:t>
            </a:r>
            <a:r>
              <a:rPr lang="ko-KR" altLang="en-US" dirty="0"/>
              <a:t>문을 사용하여 간단하게 사용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파일 쓰기가 완료되면 자동으로 </a:t>
            </a:r>
            <a:r>
              <a:rPr lang="en-US" altLang="ko-KR" dirty="0" err="1"/>
              <a:t>f.close</a:t>
            </a:r>
            <a:r>
              <a:rPr lang="en-US" altLang="ko-KR" dirty="0"/>
              <a:t>()</a:t>
            </a:r>
            <a:r>
              <a:rPr lang="ko-KR" altLang="en-US" dirty="0"/>
              <a:t>가 수행되기 때문에 </a:t>
            </a:r>
            <a:r>
              <a:rPr lang="en-US" altLang="ko-KR" dirty="0"/>
              <a:t>finally</a:t>
            </a:r>
            <a:r>
              <a:rPr lang="ko-KR" altLang="en-US" dirty="0"/>
              <a:t>절을 사용할 필요가 없음</a:t>
            </a:r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C8BAB03-6969-0A14-2133-E96658937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9.8 with </a:t>
            </a:r>
            <a:r>
              <a:rPr lang="ko-KR" altLang="en-US" dirty="0"/>
              <a:t>문법</a:t>
            </a:r>
          </a:p>
        </p:txBody>
      </p:sp>
    </p:spTree>
    <p:extLst>
      <p:ext uri="{BB962C8B-B14F-4D97-AF65-F5344CB8AC3E}">
        <p14:creationId xmlns:p14="http://schemas.microsoft.com/office/powerpoint/2010/main" val="392216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ko-KR" dirty="0"/>
              <a:t>with </a:t>
            </a:r>
            <a:r>
              <a:rPr lang="en-US" altLang="ko-KR" dirty="0" err="1"/>
              <a:t>구문은</a:t>
            </a:r>
            <a:r>
              <a:rPr lang="en-US" altLang="ko-KR" dirty="0"/>
              <a:t> </a:t>
            </a:r>
            <a:r>
              <a:rPr lang="en-US" altLang="ko-KR" dirty="0" err="1"/>
              <a:t>다음과</a:t>
            </a:r>
            <a:r>
              <a:rPr lang="en-US" altLang="ko-KR" dirty="0"/>
              <a:t> </a:t>
            </a:r>
            <a:r>
              <a:rPr lang="en-US" altLang="ko-KR" dirty="0" err="1"/>
              <a:t>같이</a:t>
            </a:r>
            <a:r>
              <a:rPr lang="en-US" altLang="ko-KR" dirty="0"/>
              <a:t> </a:t>
            </a:r>
            <a:r>
              <a:rPr lang="en-US" altLang="ko-KR" dirty="0" err="1"/>
              <a:t>웹페이지를</a:t>
            </a:r>
            <a:r>
              <a:rPr lang="en-US" altLang="ko-KR" dirty="0"/>
              <a:t> </a:t>
            </a:r>
            <a:r>
              <a:rPr lang="en-US" altLang="ko-KR" dirty="0" err="1"/>
              <a:t>열어서</a:t>
            </a:r>
            <a:r>
              <a:rPr lang="en-US" altLang="ko-KR" dirty="0"/>
              <a:t> 그 </a:t>
            </a:r>
            <a:r>
              <a:rPr lang="en-US" altLang="ko-KR" dirty="0" err="1"/>
              <a:t>페이지에</a:t>
            </a:r>
            <a:r>
              <a:rPr lang="en-US" altLang="ko-KR" dirty="0"/>
              <a:t> </a:t>
            </a:r>
            <a:r>
              <a:rPr lang="en-US" altLang="ko-KR" dirty="0" err="1"/>
              <a:t>접근하는</a:t>
            </a:r>
            <a:r>
              <a:rPr lang="en-US" altLang="ko-KR" dirty="0"/>
              <a:t> </a:t>
            </a:r>
            <a:r>
              <a:rPr lang="en-US" altLang="ko-KR" dirty="0" err="1"/>
              <a:t>구문을</a:t>
            </a:r>
            <a:r>
              <a:rPr lang="en-US" altLang="ko-KR" dirty="0"/>
              <a:t> </a:t>
            </a:r>
            <a:r>
              <a:rPr lang="en-US" altLang="ko-KR" dirty="0" err="1"/>
              <a:t>간단하게</a:t>
            </a:r>
            <a:r>
              <a:rPr lang="en-US" altLang="ko-KR" dirty="0"/>
              <a:t> </a:t>
            </a:r>
            <a:r>
              <a:rPr lang="en-US" altLang="ko-KR" dirty="0" err="1"/>
              <a:t>만드는데도</a:t>
            </a:r>
            <a:r>
              <a:rPr lang="en-US" altLang="ko-KR" dirty="0"/>
              <a:t> </a:t>
            </a:r>
            <a:r>
              <a:rPr lang="en-US" altLang="ko-KR" dirty="0" err="1"/>
              <a:t>유용하게</a:t>
            </a:r>
            <a:r>
              <a:rPr lang="en-US" altLang="ko-KR" dirty="0"/>
              <a:t> </a:t>
            </a:r>
            <a:r>
              <a:rPr lang="en-US" altLang="ko-KR" dirty="0" err="1"/>
              <a:t>사용</a:t>
            </a:r>
            <a:endParaRPr lang="en-US" altLang="ko-KR" dirty="0"/>
          </a:p>
          <a:p>
            <a:r>
              <a:rPr lang="ko-KR" altLang="en-US" dirty="0" err="1"/>
              <a:t>웹페이지를</a:t>
            </a:r>
            <a:r>
              <a:rPr lang="ko-KR" altLang="en-US" dirty="0"/>
              <a:t> 열기 위해서는 </a:t>
            </a:r>
            <a:r>
              <a:rPr lang="en-US" altLang="ko-KR" dirty="0" err="1"/>
              <a:t>urlopen</a:t>
            </a:r>
            <a:r>
              <a:rPr lang="ko-KR" altLang="en-US" dirty="0"/>
              <a:t>이라는 패키지를 사용</a:t>
            </a:r>
          </a:p>
          <a:p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9DD3768-3DCF-2A1E-803B-D84E14CA0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9.8 with </a:t>
            </a:r>
            <a:r>
              <a:rPr lang="ko-KR" altLang="en-US" dirty="0"/>
              <a:t>문법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AFDD460E-B3D8-6F5E-9719-C605A6CBB0D1}"/>
              </a:ext>
            </a:extLst>
          </p:cNvPr>
          <p:cNvGrpSpPr/>
          <p:nvPr/>
        </p:nvGrpSpPr>
        <p:grpSpPr>
          <a:xfrm>
            <a:off x="1296955" y="2278221"/>
            <a:ext cx="10459614" cy="3787443"/>
            <a:chOff x="869552" y="2325635"/>
            <a:chExt cx="11661704" cy="4222721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69552" y="2394065"/>
              <a:ext cx="7601118" cy="4154291"/>
            </a:xfrm>
            <a:prstGeom prst="rect">
              <a:avLst/>
            </a:prstGeom>
          </p:spPr>
        </p:pic>
        <p:grpSp>
          <p:nvGrpSpPr>
            <p:cNvPr id="12" name="그룹 11"/>
            <p:cNvGrpSpPr/>
            <p:nvPr/>
          </p:nvGrpSpPr>
          <p:grpSpPr>
            <a:xfrm>
              <a:off x="5508458" y="2325635"/>
              <a:ext cx="7022798" cy="1475538"/>
              <a:chOff x="248597" y="-88041"/>
              <a:chExt cx="8957159" cy="1380469"/>
            </a:xfrm>
          </p:grpSpPr>
          <p:sp>
            <p:nvSpPr>
              <p:cNvPr id="13" name="TextBox 12"/>
              <p:cNvSpPr txBox="1"/>
              <p:nvPr/>
            </p:nvSpPr>
            <p:spPr>
              <a:xfrm>
                <a:off x="1795895" y="-88041"/>
                <a:ext cx="7409861" cy="138046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600" dirty="0">
                    <a:solidFill>
                      <a:srgbClr val="FF0000"/>
                    </a:solidFill>
                  </a:rPr>
                  <a:t>파이썬 컨텍스트 매니저가 </a:t>
                </a:r>
                <a:r>
                  <a:rPr lang="en-US" altLang="ko-KR" sz="1600" dirty="0" err="1">
                    <a:solidFill>
                      <a:srgbClr val="FF0000"/>
                    </a:solidFill>
                  </a:rPr>
                  <a:t>HTTPResponse</a:t>
                </a:r>
                <a:r>
                  <a:rPr lang="ko-KR" altLang="en-US" sz="1600" dirty="0">
                    <a:solidFill>
                      <a:srgbClr val="FF0000"/>
                    </a:solidFill>
                  </a:rPr>
                  <a:t> 객체를 반환하며</a:t>
                </a:r>
                <a:r>
                  <a:rPr lang="en-US" altLang="ko-KR" sz="1600" dirty="0">
                    <a:solidFill>
                      <a:srgbClr val="FF0000"/>
                    </a:solidFill>
                  </a:rPr>
                  <a:t>, </a:t>
                </a:r>
                <a:r>
                  <a:rPr lang="ko-KR" altLang="en-US" sz="1600" dirty="0">
                    <a:solidFill>
                      <a:srgbClr val="FF0000"/>
                    </a:solidFill>
                  </a:rPr>
                  <a:t>이 절이 끝나면 자동으로 인터넷 접속을 종료하는 </a:t>
                </a:r>
                <a:r>
                  <a:rPr lang="en-US" altLang="ko-KR" sz="1600" dirty="0">
                    <a:solidFill>
                      <a:srgbClr val="FF0000"/>
                    </a:solidFill>
                  </a:rPr>
                  <a:t>close() </a:t>
                </a:r>
                <a:r>
                  <a:rPr lang="ko-KR" altLang="en-US" sz="1600" dirty="0" err="1">
                    <a:solidFill>
                      <a:srgbClr val="FF0000"/>
                    </a:solidFill>
                  </a:rPr>
                  <a:t>메소드를</a:t>
                </a:r>
                <a:r>
                  <a:rPr lang="ko-KR" altLang="en-US" sz="1600" dirty="0">
                    <a:solidFill>
                      <a:srgbClr val="FF0000"/>
                    </a:solidFill>
                  </a:rPr>
                  <a:t> 호출함</a:t>
                </a:r>
                <a:endParaRPr lang="en-US" altLang="ko-KR" sz="1600" dirty="0">
                  <a:solidFill>
                    <a:srgbClr val="FF0000"/>
                  </a:solidFill>
                </a:endParaRPr>
              </a:p>
              <a:p>
                <a:r>
                  <a:rPr lang="en-US" altLang="ko-KR" sz="1600" dirty="0">
                    <a:solidFill>
                      <a:srgbClr val="FF0000"/>
                    </a:solidFill>
                  </a:rPr>
                  <a:t>(</a:t>
                </a:r>
                <a:r>
                  <a:rPr lang="ko-KR" altLang="en-US" sz="1600" dirty="0">
                    <a:solidFill>
                      <a:srgbClr val="FF0000"/>
                    </a:solidFill>
                  </a:rPr>
                  <a:t>그렇지 않을 경우 이 파이썬 프로그램이 인터넷 접속을 계속 지속하여 메모리 낭비가 발생</a:t>
                </a:r>
                <a:r>
                  <a:rPr lang="en-US" altLang="ko-KR" sz="1600" dirty="0">
                    <a:solidFill>
                      <a:srgbClr val="FF0000"/>
                    </a:solidFill>
                  </a:rPr>
                  <a:t>)</a:t>
                </a:r>
              </a:p>
            </p:txBody>
          </p:sp>
          <p:cxnSp>
            <p:nvCxnSpPr>
              <p:cNvPr id="14" name="직선 화살표 연결선 13"/>
              <p:cNvCxnSpPr>
                <a:cxnSpLocks/>
                <a:stCxn id="13" idx="1"/>
              </p:cNvCxnSpPr>
              <p:nvPr/>
            </p:nvCxnSpPr>
            <p:spPr>
              <a:xfrm flipH="1">
                <a:off x="248597" y="602193"/>
                <a:ext cx="1547298" cy="654126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358265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989" y="2179177"/>
            <a:ext cx="6626705" cy="4095532"/>
          </a:xfrm>
          <a:prstGeom prst="rect">
            <a:avLst/>
          </a:prstGeom>
        </p:spPr>
      </p:pic>
      <p:sp>
        <p:nvSpPr>
          <p:cNvPr id="4" name="제목 3"/>
          <p:cNvSpPr>
            <a:spLocks noGrp="1"/>
          </p:cNvSpPr>
          <p:nvPr>
            <p:ph type="ctrTitle"/>
          </p:nvPr>
        </p:nvSpPr>
        <p:spPr>
          <a:xfrm>
            <a:off x="3495675" y="1255713"/>
            <a:ext cx="9144000" cy="2387600"/>
          </a:xfrm>
        </p:spPr>
        <p:txBody>
          <a:bodyPr/>
          <a:lstStyle/>
          <a:p>
            <a:r>
              <a:rPr lang="en-US" altLang="ko-KR" dirty="0"/>
              <a:t>Questions?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69835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69C11B3895B08A4E96A2D1D42ADAB91F" ma:contentTypeVersion="11" ma:contentTypeDescription="새 문서를 만듭니다." ma:contentTypeScope="" ma:versionID="96c2aa274bec6d6e342baca59153e768">
  <xsd:schema xmlns:xsd="http://www.w3.org/2001/XMLSchema" xmlns:xs="http://www.w3.org/2001/XMLSchema" xmlns:p="http://schemas.microsoft.com/office/2006/metadata/properties" xmlns:ns3="5509120e-0d6d-4073-b3d6-647a0835581f" targetNamespace="http://schemas.microsoft.com/office/2006/metadata/properties" ma:root="true" ma:fieldsID="7390630744db7ccd3855bd086a1bfea6" ns3:_="">
    <xsd:import namespace="5509120e-0d6d-4073-b3d6-647a0835581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09120e-0d6d-4073-b3d6-647a0835581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8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0D00A4A-5752-4BC7-8356-73D5BFDEBA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509120e-0d6d-4073-b3d6-647a0835581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3F72B68-BEEA-4707-9DC6-88F6CEAD8FF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3A0FDAA-E86E-4931-B5D1-806B9484A72F}">
  <ds:schemaRefs>
    <ds:schemaRef ds:uri="5509120e-0d6d-4073-b3d6-647a0835581f"/>
    <ds:schemaRef ds:uri="http://www.w3.org/XML/1998/namespace"/>
    <ds:schemaRef ds:uri="http://purl.org/dc/elements/1.1/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17873</TotalTime>
  <Words>2335</Words>
  <Application>Microsoft Office PowerPoint</Application>
  <PresentationFormat>와이드스크린</PresentationFormat>
  <Paragraphs>349</Paragraphs>
  <Slides>72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72</vt:i4>
      </vt:variant>
    </vt:vector>
  </HeadingPairs>
  <TitlesOfParts>
    <vt:vector size="76" baseType="lpstr">
      <vt:lpstr>D2Coding</vt:lpstr>
      <vt:lpstr>맑은 고딕</vt:lpstr>
      <vt:lpstr>Arial</vt:lpstr>
      <vt:lpstr>Office 테마</vt:lpstr>
      <vt:lpstr>PowerPoint 프레젠테이션</vt:lpstr>
      <vt:lpstr>PowerPoint 프레젠테이션</vt:lpstr>
      <vt:lpstr>9.1 안전한 코딩을 위한 예외 처리</vt:lpstr>
      <vt:lpstr>9.1 안전한 코딩을 위한 예외 처리</vt:lpstr>
      <vt:lpstr>9.1 안전한 코딩을 위한 예외 처리</vt:lpstr>
      <vt:lpstr>9.1 안전한 코딩을 위한 예외 처리</vt:lpstr>
      <vt:lpstr>9.1 안전한 코딩을 위한 예외 처리</vt:lpstr>
      <vt:lpstr>9.1 안전한 코딩을 위한 예외 처리</vt:lpstr>
      <vt:lpstr>9.2 try-except 문의 문법</vt:lpstr>
      <vt:lpstr>9.2 try-except 문의 문법</vt:lpstr>
      <vt:lpstr>PowerPoint 프레젠테이션</vt:lpstr>
      <vt:lpstr>9.2 try-except 문의 문법</vt:lpstr>
      <vt:lpstr>9.2 try-except 문의 문법</vt:lpstr>
      <vt:lpstr>9.2 try-except 문의 문법</vt:lpstr>
      <vt:lpstr>9.3 구체적인 예외를 명시하기</vt:lpstr>
      <vt:lpstr>9.3 구체적인 예외를 명시하기</vt:lpstr>
      <vt:lpstr>9.3 구체적인 예외를 명시하기</vt:lpstr>
      <vt:lpstr>9.4 try-except-else 문</vt:lpstr>
      <vt:lpstr>9.4 try-except-else 문</vt:lpstr>
      <vt:lpstr>9.4 try-except-else 문</vt:lpstr>
      <vt:lpstr>9.4 try-except-else 문</vt:lpstr>
      <vt:lpstr>9.4 try-except-else 문</vt:lpstr>
      <vt:lpstr>9.4 try-except-else 문</vt:lpstr>
      <vt:lpstr>9.5 try-except-finally 문</vt:lpstr>
      <vt:lpstr>9.5 try-except-finally 문</vt:lpstr>
      <vt:lpstr>9.5 try-except-finally 문</vt:lpstr>
      <vt:lpstr>9.5 try-except-finally 문</vt:lpstr>
      <vt:lpstr>9.5 try-except-finally 문</vt:lpstr>
      <vt:lpstr>9.5 try-except-finally 문</vt:lpstr>
      <vt:lpstr>9.6 raise 문</vt:lpstr>
      <vt:lpstr>9.6 raise 문</vt:lpstr>
      <vt:lpstr>9.6 raise 문</vt:lpstr>
      <vt:lpstr>9.6 raise 문</vt:lpstr>
      <vt:lpstr>9.7 파일 입출력</vt:lpstr>
      <vt:lpstr>9.7 파일 입출력</vt:lpstr>
      <vt:lpstr>9.7 파일 입출력</vt:lpstr>
      <vt:lpstr>9.7 파일 입출력</vt:lpstr>
      <vt:lpstr>9.7 파일 입출력</vt:lpstr>
      <vt:lpstr>9.7 파일 입출력</vt:lpstr>
      <vt:lpstr>9.7 파일 입출력</vt:lpstr>
      <vt:lpstr>9.7 파일 입출력</vt:lpstr>
      <vt:lpstr>9.7 파일 입출력</vt:lpstr>
      <vt:lpstr>9.7 파일 입출력</vt:lpstr>
      <vt:lpstr>9.7 파일 입출력</vt:lpstr>
      <vt:lpstr>9.7 파일 입출력</vt:lpstr>
      <vt:lpstr>9.7 파일 입출력</vt:lpstr>
      <vt:lpstr>9.7 파일 입출력</vt:lpstr>
      <vt:lpstr>9.7 파일 입출력</vt:lpstr>
      <vt:lpstr>9.7 파일 입출력</vt:lpstr>
      <vt:lpstr>9.7 파일 입출력</vt:lpstr>
      <vt:lpstr>9.7 파일 입출력</vt:lpstr>
      <vt:lpstr>9.7 파일 입출력</vt:lpstr>
      <vt:lpstr>9.7 파일 입출력</vt:lpstr>
      <vt:lpstr>9.7 파일 입출력</vt:lpstr>
      <vt:lpstr>9.7 파일 입출력</vt:lpstr>
      <vt:lpstr>9.7 파일 입출력</vt:lpstr>
      <vt:lpstr>9.7 파일 입출력</vt:lpstr>
      <vt:lpstr>9.7 파일 입출력</vt:lpstr>
      <vt:lpstr>9.7 파일 입출력</vt:lpstr>
      <vt:lpstr>9.7 파일 입출력</vt:lpstr>
      <vt:lpstr>9.7 파일 입출력</vt:lpstr>
      <vt:lpstr>9.7 파일 입출력</vt:lpstr>
      <vt:lpstr>9.7 파일 입출력</vt:lpstr>
      <vt:lpstr>9.7 파일 입출력</vt:lpstr>
      <vt:lpstr>9.7 파일 입출력</vt:lpstr>
      <vt:lpstr>9.7 파일 입출력</vt:lpstr>
      <vt:lpstr>9.7 파일 입출력</vt:lpstr>
      <vt:lpstr>9.8 with 문법</vt:lpstr>
      <vt:lpstr>9.8 with 문법</vt:lpstr>
      <vt:lpstr>9.8 with 문법</vt:lpstr>
      <vt:lpstr>9.8 with 문법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쫄깃한 파이썬</dc:title>
  <dc:creator>dongupak</dc:creator>
  <cp:lastModifiedBy>USER</cp:lastModifiedBy>
  <cp:revision>244</cp:revision>
  <dcterms:created xsi:type="dcterms:W3CDTF">2019-07-01T11:22:40Z</dcterms:created>
  <dcterms:modified xsi:type="dcterms:W3CDTF">2024-11-05T10:32:08Z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0x01010069C11B3895B08A4E96A2D1D42ADAB91F</vt:lpwstr>
  </property>
</Properties>
</file>