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52"/>
  </p:notesMasterIdLst>
  <p:sldIdLst>
    <p:sldId id="401" r:id="rId5"/>
    <p:sldId id="353" r:id="rId6"/>
    <p:sldId id="342" r:id="rId7"/>
    <p:sldId id="381" r:id="rId8"/>
    <p:sldId id="259" r:id="rId9"/>
    <p:sldId id="382" r:id="rId10"/>
    <p:sldId id="383" r:id="rId11"/>
    <p:sldId id="262" r:id="rId12"/>
    <p:sldId id="384" r:id="rId13"/>
    <p:sldId id="343" r:id="rId14"/>
    <p:sldId id="264" r:id="rId15"/>
    <p:sldId id="385" r:id="rId16"/>
    <p:sldId id="266" r:id="rId17"/>
    <p:sldId id="386" r:id="rId18"/>
    <p:sldId id="265" r:id="rId19"/>
    <p:sldId id="387" r:id="rId20"/>
    <p:sldId id="388" r:id="rId21"/>
    <p:sldId id="268" r:id="rId22"/>
    <p:sldId id="379" r:id="rId23"/>
    <p:sldId id="269" r:id="rId24"/>
    <p:sldId id="271" r:id="rId25"/>
    <p:sldId id="344" r:id="rId26"/>
    <p:sldId id="270" r:id="rId27"/>
    <p:sldId id="272" r:id="rId28"/>
    <p:sldId id="273" r:id="rId29"/>
    <p:sldId id="275" r:id="rId30"/>
    <p:sldId id="389" r:id="rId31"/>
    <p:sldId id="357" r:id="rId32"/>
    <p:sldId id="278" r:id="rId33"/>
    <p:sldId id="276" r:id="rId34"/>
    <p:sldId id="277" r:id="rId35"/>
    <p:sldId id="27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7" r:id="rId44"/>
    <p:sldId id="398" r:id="rId45"/>
    <p:sldId id="332" r:id="rId46"/>
    <p:sldId id="399" r:id="rId47"/>
    <p:sldId id="400" r:id="rId48"/>
    <p:sldId id="402" r:id="rId49"/>
    <p:sldId id="403" r:id="rId50"/>
    <p:sldId id="370" r:id="rId51"/>
  </p:sldIdLst>
  <p:sldSz cx="12192000" cy="6858000"/>
  <p:notesSz cx="6858000" cy="9144000"/>
  <p:embeddedFontLst>
    <p:embeddedFont>
      <p:font typeface="맑은 고딕" panose="020B0503020000020004" pitchFamily="50" charset="-127"/>
      <p:regular r:id="rId53"/>
      <p:bold r:id="rId5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3" clrIdx="0">
    <p:extLst>
      <p:ext uri="{19B8F6BF-5375-455C-9EA6-DF929625EA0E}">
        <p15:presenceInfo xmlns:p15="http://schemas.microsoft.com/office/powerpoint/2012/main" userId="dongupak" providerId="None"/>
      </p:ext>
    </p:extLst>
  </p:cmAuthor>
  <p:cmAuthor id="2" name="it" initials="i" lastIdx="1" clrIdx="1">
    <p:extLst>
      <p:ext uri="{19B8F6BF-5375-455C-9EA6-DF929625EA0E}">
        <p15:presenceInfo xmlns:p15="http://schemas.microsoft.com/office/powerpoint/2012/main" userId="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36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1306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1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안혜강" userId="98b22b6e-56f4-4429-b5e0-faac91709a9d" providerId="ADAL" clId="{02A44E35-D93B-497A-8752-5979226BE861}"/>
    <pc:docChg chg="modSld">
      <pc:chgData name="안혜강" userId="98b22b6e-56f4-4429-b5e0-faac91709a9d" providerId="ADAL" clId="{02A44E35-D93B-497A-8752-5979226BE861}" dt="2021-02-26T07:31:06.292" v="108" actId="113"/>
      <pc:docMkLst>
        <pc:docMk/>
      </pc:docMkLst>
      <pc:sldChg chg="modSp">
        <pc:chgData name="안혜강" userId="98b22b6e-56f4-4429-b5e0-faac91709a9d" providerId="ADAL" clId="{02A44E35-D93B-497A-8752-5979226BE861}" dt="2021-02-26T07:28:34.302" v="64" actId="113"/>
        <pc:sldMkLst>
          <pc:docMk/>
          <pc:sldMk cId="1266600404" sldId="259"/>
        </pc:sldMkLst>
        <pc:graphicFrameChg chg="modGraphic">
          <ac:chgData name="안혜강" userId="98b22b6e-56f4-4429-b5e0-faac91709a9d" providerId="ADAL" clId="{02A44E35-D93B-497A-8752-5979226BE861}" dt="2021-02-26T07:28:34.302" v="64" actId="113"/>
          <ac:graphicFrameMkLst>
            <pc:docMk/>
            <pc:sldMk cId="1266600404" sldId="259"/>
            <ac:graphicFrameMk id="6" creationId="{EA0F8468-193B-4EBB-BE26-D12C4EF761C1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8:43.900" v="65" actId="113"/>
        <pc:sldMkLst>
          <pc:docMk/>
          <pc:sldMk cId="752910975" sldId="263"/>
        </pc:sldMkLst>
        <pc:graphicFrameChg chg="modGraphic">
          <ac:chgData name="안혜강" userId="98b22b6e-56f4-4429-b5e0-faac91709a9d" providerId="ADAL" clId="{02A44E35-D93B-497A-8752-5979226BE861}" dt="2021-02-26T07:28:43.900" v="65" actId="113"/>
          <ac:graphicFrameMkLst>
            <pc:docMk/>
            <pc:sldMk cId="752910975" sldId="263"/>
            <ac:graphicFrameMk id="6" creationId="{0DC8FA6C-8FE7-490F-9476-7CE00C2EA16F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8:51.477" v="66" actId="113"/>
        <pc:sldMkLst>
          <pc:docMk/>
          <pc:sldMk cId="1995628538" sldId="264"/>
        </pc:sldMkLst>
        <pc:graphicFrameChg chg="modGraphic">
          <ac:chgData name="안혜강" userId="98b22b6e-56f4-4429-b5e0-faac91709a9d" providerId="ADAL" clId="{02A44E35-D93B-497A-8752-5979226BE861}" dt="2021-02-26T07:28:51.477" v="66" actId="113"/>
          <ac:graphicFrameMkLst>
            <pc:docMk/>
            <pc:sldMk cId="1995628538" sldId="264"/>
            <ac:graphicFrameMk id="6" creationId="{EA409A58-97A5-4724-A795-B839A1A5FA1D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02.716" v="68" actId="113"/>
        <pc:sldMkLst>
          <pc:docMk/>
          <pc:sldMk cId="535397541" sldId="265"/>
        </pc:sldMkLst>
        <pc:graphicFrameChg chg="modGraphic">
          <ac:chgData name="안혜강" userId="98b22b6e-56f4-4429-b5e0-faac91709a9d" providerId="ADAL" clId="{02A44E35-D93B-497A-8752-5979226BE861}" dt="2021-02-26T07:29:02.716" v="68" actId="113"/>
          <ac:graphicFrameMkLst>
            <pc:docMk/>
            <pc:sldMk cId="535397541" sldId="265"/>
            <ac:graphicFrameMk id="6" creationId="{5309F9E5-F2F6-4BA3-84AF-30805C29BBA4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8:56.092" v="67" actId="113"/>
        <pc:sldMkLst>
          <pc:docMk/>
          <pc:sldMk cId="1664292544" sldId="266"/>
        </pc:sldMkLst>
        <pc:graphicFrameChg chg="modGraphic">
          <ac:chgData name="안혜강" userId="98b22b6e-56f4-4429-b5e0-faac91709a9d" providerId="ADAL" clId="{02A44E35-D93B-497A-8752-5979226BE861}" dt="2021-02-26T07:28:56.092" v="67" actId="113"/>
          <ac:graphicFrameMkLst>
            <pc:docMk/>
            <pc:sldMk cId="1664292544" sldId="266"/>
            <ac:graphicFrameMk id="8" creationId="{5F598408-2B23-4AC6-882C-D95385EABD96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06.805" v="69" actId="113"/>
        <pc:sldMkLst>
          <pc:docMk/>
          <pc:sldMk cId="2426740038" sldId="268"/>
        </pc:sldMkLst>
        <pc:graphicFrameChg chg="modGraphic">
          <ac:chgData name="안혜강" userId="98b22b6e-56f4-4429-b5e0-faac91709a9d" providerId="ADAL" clId="{02A44E35-D93B-497A-8752-5979226BE861}" dt="2021-02-26T07:29:06.805" v="69" actId="113"/>
          <ac:graphicFrameMkLst>
            <pc:docMk/>
            <pc:sldMk cId="2426740038" sldId="268"/>
            <ac:graphicFrameMk id="6" creationId="{01BC2598-BC7C-48F6-935E-F3C2D500B1E0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09.184" v="70" actId="113"/>
        <pc:sldMkLst>
          <pc:docMk/>
          <pc:sldMk cId="1026384207" sldId="269"/>
        </pc:sldMkLst>
        <pc:graphicFrameChg chg="modGraphic">
          <ac:chgData name="안혜강" userId="98b22b6e-56f4-4429-b5e0-faac91709a9d" providerId="ADAL" clId="{02A44E35-D93B-497A-8752-5979226BE861}" dt="2021-02-26T07:29:09.184" v="70" actId="113"/>
          <ac:graphicFrameMkLst>
            <pc:docMk/>
            <pc:sldMk cId="1026384207" sldId="269"/>
            <ac:graphicFrameMk id="7" creationId="{EC5E39DC-BF2C-4B00-A19A-D161E7577627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11.429" v="71" actId="113"/>
        <pc:sldMkLst>
          <pc:docMk/>
          <pc:sldMk cId="1633348325" sldId="271"/>
        </pc:sldMkLst>
        <pc:graphicFrameChg chg="modGraphic">
          <ac:chgData name="안혜강" userId="98b22b6e-56f4-4429-b5e0-faac91709a9d" providerId="ADAL" clId="{02A44E35-D93B-497A-8752-5979226BE861}" dt="2021-02-26T07:29:11.429" v="71" actId="113"/>
          <ac:graphicFrameMkLst>
            <pc:docMk/>
            <pc:sldMk cId="1633348325" sldId="271"/>
            <ac:graphicFrameMk id="7" creationId="{715F358F-DE1E-483F-ADFB-A36E49F89FDF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17.644" v="73" actId="113"/>
        <pc:sldMkLst>
          <pc:docMk/>
          <pc:sldMk cId="902274934" sldId="272"/>
        </pc:sldMkLst>
        <pc:graphicFrameChg chg="modGraphic">
          <ac:chgData name="안혜강" userId="98b22b6e-56f4-4429-b5e0-faac91709a9d" providerId="ADAL" clId="{02A44E35-D93B-497A-8752-5979226BE861}" dt="2021-02-26T07:29:17.644" v="73" actId="113"/>
          <ac:graphicFrameMkLst>
            <pc:docMk/>
            <pc:sldMk cId="902274934" sldId="272"/>
            <ac:graphicFrameMk id="5" creationId="{813E2737-1E39-4982-99AC-2747C2DC4459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34:46.821" v="4" actId="113"/>
        <pc:sldMkLst>
          <pc:docMk/>
          <pc:sldMk cId="2897114747" sldId="273"/>
        </pc:sldMkLst>
        <pc:graphicFrameChg chg="modGraphic">
          <ac:chgData name="안혜강" userId="98b22b6e-56f4-4429-b5e0-faac91709a9d" providerId="ADAL" clId="{02A44E35-D93B-497A-8752-5979226BE861}" dt="2021-02-26T05:34:46.821" v="4" actId="113"/>
          <ac:graphicFrameMkLst>
            <pc:docMk/>
            <pc:sldMk cId="2897114747" sldId="273"/>
            <ac:graphicFrameMk id="6" creationId="{29FB3876-476C-4FED-A586-A817E73B947A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25.335" v="77" actId="1035"/>
        <pc:sldMkLst>
          <pc:docMk/>
          <pc:sldMk cId="274818826" sldId="275"/>
        </pc:sldMkLst>
        <pc:spChg chg="mod">
          <ac:chgData name="안혜강" userId="98b22b6e-56f4-4429-b5e0-faac91709a9d" providerId="ADAL" clId="{02A44E35-D93B-497A-8752-5979226BE861}" dt="2021-02-26T07:29:25.335" v="77" actId="1035"/>
          <ac:spMkLst>
            <pc:docMk/>
            <pc:sldMk cId="274818826" sldId="275"/>
            <ac:spMk id="3" creationId="{00000000-0000-0000-0000-000000000000}"/>
          </ac:spMkLst>
        </pc:spChg>
        <pc:graphicFrameChg chg="modGraphic">
          <ac:chgData name="안혜강" userId="98b22b6e-56f4-4429-b5e0-faac91709a9d" providerId="ADAL" clId="{02A44E35-D93B-497A-8752-5979226BE861}" dt="2021-02-26T07:29:23.644" v="75" actId="113"/>
          <ac:graphicFrameMkLst>
            <pc:docMk/>
            <pc:sldMk cId="274818826" sldId="275"/>
            <ac:graphicFrameMk id="8" creationId="{DB415E60-2FEC-430C-B83E-0E5277CB8A98}"/>
          </ac:graphicFrameMkLst>
        </pc:graphicFrameChg>
        <pc:graphicFrameChg chg="modGraphic">
          <ac:chgData name="안혜강" userId="98b22b6e-56f4-4429-b5e0-faac91709a9d" providerId="ADAL" clId="{02A44E35-D93B-497A-8752-5979226BE861}" dt="2021-02-26T07:29:21.875" v="74" actId="113"/>
          <ac:graphicFrameMkLst>
            <pc:docMk/>
            <pc:sldMk cId="274818826" sldId="275"/>
            <ac:graphicFrameMk id="9" creationId="{DE5ECB6D-0945-4EA3-A841-1E0BF8B2AB1D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31.508" v="78" actId="113"/>
        <pc:sldMkLst>
          <pc:docMk/>
          <pc:sldMk cId="1072338864" sldId="276"/>
        </pc:sldMkLst>
        <pc:graphicFrameChg chg="modGraphic">
          <ac:chgData name="안혜강" userId="98b22b6e-56f4-4429-b5e0-faac91709a9d" providerId="ADAL" clId="{02A44E35-D93B-497A-8752-5979226BE861}" dt="2021-02-26T07:29:31.508" v="78" actId="113"/>
          <ac:graphicFrameMkLst>
            <pc:docMk/>
            <pc:sldMk cId="1072338864" sldId="276"/>
            <ac:graphicFrameMk id="7" creationId="{57C848D6-B7C0-4DE3-95E8-B5A955E9B801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35:21.669" v="8" actId="113"/>
        <pc:sldMkLst>
          <pc:docMk/>
          <pc:sldMk cId="3552752124" sldId="281"/>
        </pc:sldMkLst>
        <pc:graphicFrameChg chg="modGraphic">
          <ac:chgData name="안혜강" userId="98b22b6e-56f4-4429-b5e0-faac91709a9d" providerId="ADAL" clId="{02A44E35-D93B-497A-8752-5979226BE861}" dt="2021-02-26T05:35:21.669" v="8" actId="113"/>
          <ac:graphicFrameMkLst>
            <pc:docMk/>
            <pc:sldMk cId="3552752124" sldId="281"/>
            <ac:graphicFrameMk id="5" creationId="{73FFD7D9-FAB8-4559-9E3A-6B120F9F1C8D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35:33.437" v="11" actId="113"/>
        <pc:sldMkLst>
          <pc:docMk/>
          <pc:sldMk cId="2629012402" sldId="283"/>
        </pc:sldMkLst>
        <pc:graphicFrameChg chg="modGraphic">
          <ac:chgData name="안혜강" userId="98b22b6e-56f4-4429-b5e0-faac91709a9d" providerId="ADAL" clId="{02A44E35-D93B-497A-8752-5979226BE861}" dt="2021-02-26T05:35:33.437" v="11" actId="113"/>
          <ac:graphicFrameMkLst>
            <pc:docMk/>
            <pc:sldMk cId="2629012402" sldId="283"/>
            <ac:graphicFrameMk id="6" creationId="{889C49E3-353D-4DB9-8AB9-1109E8154215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41.171" v="79" actId="113"/>
        <pc:sldMkLst>
          <pc:docMk/>
          <pc:sldMk cId="2159163161" sldId="284"/>
        </pc:sldMkLst>
        <pc:graphicFrameChg chg="modGraphic">
          <ac:chgData name="안혜강" userId="98b22b6e-56f4-4429-b5e0-faac91709a9d" providerId="ADAL" clId="{02A44E35-D93B-497A-8752-5979226BE861}" dt="2021-02-26T07:29:41.171" v="79" actId="113"/>
          <ac:graphicFrameMkLst>
            <pc:docMk/>
            <pc:sldMk cId="2159163161" sldId="284"/>
            <ac:graphicFrameMk id="8" creationId="{59952FAA-E17B-4C4C-9FAE-BE609C883005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43.460" v="80" actId="113"/>
        <pc:sldMkLst>
          <pc:docMk/>
          <pc:sldMk cId="841775158" sldId="285"/>
        </pc:sldMkLst>
        <pc:graphicFrameChg chg="modGraphic">
          <ac:chgData name="안혜강" userId="98b22b6e-56f4-4429-b5e0-faac91709a9d" providerId="ADAL" clId="{02A44E35-D93B-497A-8752-5979226BE861}" dt="2021-02-26T07:29:43.460" v="80" actId="113"/>
          <ac:graphicFrameMkLst>
            <pc:docMk/>
            <pc:sldMk cId="841775158" sldId="285"/>
            <ac:graphicFrameMk id="5" creationId="{E33399F8-4367-44BF-87A6-6A278C178CA5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46.380" v="81" actId="113"/>
        <pc:sldMkLst>
          <pc:docMk/>
          <pc:sldMk cId="1440310927" sldId="288"/>
        </pc:sldMkLst>
        <pc:graphicFrameChg chg="modGraphic">
          <ac:chgData name="안혜강" userId="98b22b6e-56f4-4429-b5e0-faac91709a9d" providerId="ADAL" clId="{02A44E35-D93B-497A-8752-5979226BE861}" dt="2021-02-26T07:29:46.380" v="81" actId="113"/>
          <ac:graphicFrameMkLst>
            <pc:docMk/>
            <pc:sldMk cId="1440310927" sldId="288"/>
            <ac:graphicFrameMk id="6" creationId="{2A6877B0-B615-4731-BE74-59E1495A71BB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49.443" v="82" actId="113"/>
        <pc:sldMkLst>
          <pc:docMk/>
          <pc:sldMk cId="3200221515" sldId="290"/>
        </pc:sldMkLst>
        <pc:graphicFrameChg chg="modGraphic">
          <ac:chgData name="안혜강" userId="98b22b6e-56f4-4429-b5e0-faac91709a9d" providerId="ADAL" clId="{02A44E35-D93B-497A-8752-5979226BE861}" dt="2021-02-26T07:29:49.443" v="82" actId="113"/>
          <ac:graphicFrameMkLst>
            <pc:docMk/>
            <pc:sldMk cId="3200221515" sldId="290"/>
            <ac:graphicFrameMk id="7" creationId="{C88CDB06-0106-4FE4-805D-1DAFDD6726B4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53.716" v="83" actId="113"/>
        <pc:sldMkLst>
          <pc:docMk/>
          <pc:sldMk cId="883965360" sldId="294"/>
        </pc:sldMkLst>
        <pc:graphicFrameChg chg="modGraphic">
          <ac:chgData name="안혜강" userId="98b22b6e-56f4-4429-b5e0-faac91709a9d" providerId="ADAL" clId="{02A44E35-D93B-497A-8752-5979226BE861}" dt="2021-02-26T07:29:53.716" v="83" actId="113"/>
          <ac:graphicFrameMkLst>
            <pc:docMk/>
            <pc:sldMk cId="883965360" sldId="294"/>
            <ac:graphicFrameMk id="7" creationId="{E3D42B49-FDAD-48C9-B0AF-8F38D802D494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57.411" v="84" actId="113"/>
        <pc:sldMkLst>
          <pc:docMk/>
          <pc:sldMk cId="2224389548" sldId="296"/>
        </pc:sldMkLst>
        <pc:graphicFrameChg chg="modGraphic">
          <ac:chgData name="안혜강" userId="98b22b6e-56f4-4429-b5e0-faac91709a9d" providerId="ADAL" clId="{02A44E35-D93B-497A-8752-5979226BE861}" dt="2021-02-26T07:29:57.411" v="84" actId="113"/>
          <ac:graphicFrameMkLst>
            <pc:docMk/>
            <pc:sldMk cId="2224389548" sldId="296"/>
            <ac:graphicFrameMk id="5" creationId="{F6F5BA9B-0A1B-48BC-A2FD-FC41A40D7E50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59.508" v="85" actId="113"/>
        <pc:sldMkLst>
          <pc:docMk/>
          <pc:sldMk cId="2636587990" sldId="298"/>
        </pc:sldMkLst>
        <pc:graphicFrameChg chg="modGraphic">
          <ac:chgData name="안혜강" userId="98b22b6e-56f4-4429-b5e0-faac91709a9d" providerId="ADAL" clId="{02A44E35-D93B-497A-8752-5979226BE861}" dt="2021-02-26T07:29:59.508" v="85" actId="113"/>
          <ac:graphicFrameMkLst>
            <pc:docMk/>
            <pc:sldMk cId="2636587990" sldId="298"/>
            <ac:graphicFrameMk id="5" creationId="{7CE742CB-5626-4A5A-A057-B48FB507F297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02.060" v="86" actId="113"/>
        <pc:sldMkLst>
          <pc:docMk/>
          <pc:sldMk cId="2421413846" sldId="300"/>
        </pc:sldMkLst>
        <pc:graphicFrameChg chg="modGraphic">
          <ac:chgData name="안혜강" userId="98b22b6e-56f4-4429-b5e0-faac91709a9d" providerId="ADAL" clId="{02A44E35-D93B-497A-8752-5979226BE861}" dt="2021-02-26T07:30:02.060" v="86" actId="113"/>
          <ac:graphicFrameMkLst>
            <pc:docMk/>
            <pc:sldMk cId="2421413846" sldId="300"/>
            <ac:graphicFrameMk id="5" creationId="{4B5B7EBD-7524-42BB-8A48-7EECBC2CD924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06.019" v="87" actId="113"/>
        <pc:sldMkLst>
          <pc:docMk/>
          <pc:sldMk cId="243784926" sldId="303"/>
        </pc:sldMkLst>
        <pc:graphicFrameChg chg="modGraphic">
          <ac:chgData name="안혜강" userId="98b22b6e-56f4-4429-b5e0-faac91709a9d" providerId="ADAL" clId="{02A44E35-D93B-497A-8752-5979226BE861}" dt="2021-02-26T07:30:06.019" v="87" actId="113"/>
          <ac:graphicFrameMkLst>
            <pc:docMk/>
            <pc:sldMk cId="243784926" sldId="303"/>
            <ac:graphicFrameMk id="6" creationId="{495703DC-18E7-4BAA-8949-DFE8AF4E677A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08.867" v="88" actId="113"/>
        <pc:sldMkLst>
          <pc:docMk/>
          <pc:sldMk cId="2203133999" sldId="305"/>
        </pc:sldMkLst>
        <pc:graphicFrameChg chg="modGraphic">
          <ac:chgData name="안혜강" userId="98b22b6e-56f4-4429-b5e0-faac91709a9d" providerId="ADAL" clId="{02A44E35-D93B-497A-8752-5979226BE861}" dt="2021-02-26T07:30:08.867" v="88" actId="113"/>
          <ac:graphicFrameMkLst>
            <pc:docMk/>
            <pc:sldMk cId="2203133999" sldId="305"/>
            <ac:graphicFrameMk id="7" creationId="{533E7AAD-957E-4A97-92FD-1B72BABE81E3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36:55.421" v="24" actId="113"/>
        <pc:sldMkLst>
          <pc:docMk/>
          <pc:sldMk cId="768490490" sldId="307"/>
        </pc:sldMkLst>
        <pc:graphicFrameChg chg="modGraphic">
          <ac:chgData name="안혜강" userId="98b22b6e-56f4-4429-b5e0-faac91709a9d" providerId="ADAL" clId="{02A44E35-D93B-497A-8752-5979226BE861}" dt="2021-02-26T05:36:55.421" v="24" actId="113"/>
          <ac:graphicFrameMkLst>
            <pc:docMk/>
            <pc:sldMk cId="768490490" sldId="307"/>
            <ac:graphicFrameMk id="5" creationId="{DAF89C45-25A9-459D-93A2-922864FB18CB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15.068" v="90" actId="113"/>
        <pc:sldMkLst>
          <pc:docMk/>
          <pc:sldMk cId="43193785" sldId="308"/>
        </pc:sldMkLst>
        <pc:graphicFrameChg chg="modGraphic">
          <ac:chgData name="안혜강" userId="98b22b6e-56f4-4429-b5e0-faac91709a9d" providerId="ADAL" clId="{02A44E35-D93B-497A-8752-5979226BE861}" dt="2021-02-26T07:30:15.068" v="90" actId="113"/>
          <ac:graphicFrameMkLst>
            <pc:docMk/>
            <pc:sldMk cId="43193785" sldId="308"/>
            <ac:graphicFrameMk id="5" creationId="{E17A47C0-C062-4528-955E-BA37F9B63926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12.139" v="89" actId="113"/>
        <pc:sldMkLst>
          <pc:docMk/>
          <pc:sldMk cId="3578782402" sldId="310"/>
        </pc:sldMkLst>
        <pc:graphicFrameChg chg="modGraphic">
          <ac:chgData name="안혜강" userId="98b22b6e-56f4-4429-b5e0-faac91709a9d" providerId="ADAL" clId="{02A44E35-D93B-497A-8752-5979226BE861}" dt="2021-02-26T07:30:12.139" v="89" actId="113"/>
          <ac:graphicFrameMkLst>
            <pc:docMk/>
            <pc:sldMk cId="3578782402" sldId="310"/>
            <ac:graphicFrameMk id="5" creationId="{E946A82A-D7FA-46E8-9B7E-94AD032F5402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19.940" v="92" actId="113"/>
        <pc:sldMkLst>
          <pc:docMk/>
          <pc:sldMk cId="327746547" sldId="312"/>
        </pc:sldMkLst>
        <pc:graphicFrameChg chg="modGraphic">
          <ac:chgData name="안혜강" userId="98b22b6e-56f4-4429-b5e0-faac91709a9d" providerId="ADAL" clId="{02A44E35-D93B-497A-8752-5979226BE861}" dt="2021-02-26T07:30:19.940" v="92" actId="113"/>
          <ac:graphicFrameMkLst>
            <pc:docMk/>
            <pc:sldMk cId="327746547" sldId="312"/>
            <ac:graphicFrameMk id="12" creationId="{EFFA4F16-9774-421C-85FC-0ACF5026978C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22.740" v="93" actId="113"/>
        <pc:sldMkLst>
          <pc:docMk/>
          <pc:sldMk cId="1277784139" sldId="313"/>
        </pc:sldMkLst>
        <pc:graphicFrameChg chg="modGraphic">
          <ac:chgData name="안혜강" userId="98b22b6e-56f4-4429-b5e0-faac91709a9d" providerId="ADAL" clId="{02A44E35-D93B-497A-8752-5979226BE861}" dt="2021-02-26T07:30:22.740" v="93" actId="113"/>
          <ac:graphicFrameMkLst>
            <pc:docMk/>
            <pc:sldMk cId="1277784139" sldId="313"/>
            <ac:graphicFrameMk id="7" creationId="{0D2208A6-E2A5-4603-A4D6-6A57E333F3BE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17.243" v="91" actId="113"/>
        <pc:sldMkLst>
          <pc:docMk/>
          <pc:sldMk cId="4125483875" sldId="314"/>
        </pc:sldMkLst>
        <pc:graphicFrameChg chg="modGraphic">
          <ac:chgData name="안혜강" userId="98b22b6e-56f4-4429-b5e0-faac91709a9d" providerId="ADAL" clId="{02A44E35-D93B-497A-8752-5979226BE861}" dt="2021-02-26T07:30:17.243" v="91" actId="113"/>
          <ac:graphicFrameMkLst>
            <pc:docMk/>
            <pc:sldMk cId="4125483875" sldId="314"/>
            <ac:graphicFrameMk id="5" creationId="{61BEE623-E930-4CA8-9638-449860ED2D2C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28.395" v="96" actId="113"/>
        <pc:sldMkLst>
          <pc:docMk/>
          <pc:sldMk cId="3062997070" sldId="315"/>
        </pc:sldMkLst>
        <pc:graphicFrameChg chg="modGraphic">
          <ac:chgData name="안혜강" userId="98b22b6e-56f4-4429-b5e0-faac91709a9d" providerId="ADAL" clId="{02A44E35-D93B-497A-8752-5979226BE861}" dt="2021-02-26T07:30:28.395" v="96" actId="113"/>
          <ac:graphicFrameMkLst>
            <pc:docMk/>
            <pc:sldMk cId="3062997070" sldId="315"/>
            <ac:graphicFrameMk id="12" creationId="{4A3F0978-A8F9-44A4-9FD7-9F51581CC70F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34.779" v="98" actId="113"/>
        <pc:sldMkLst>
          <pc:docMk/>
          <pc:sldMk cId="2919123721" sldId="318"/>
        </pc:sldMkLst>
        <pc:graphicFrameChg chg="modGraphic">
          <ac:chgData name="안혜강" userId="98b22b6e-56f4-4429-b5e0-faac91709a9d" providerId="ADAL" clId="{02A44E35-D93B-497A-8752-5979226BE861}" dt="2021-02-26T07:30:34.779" v="98" actId="113"/>
          <ac:graphicFrameMkLst>
            <pc:docMk/>
            <pc:sldMk cId="2919123721" sldId="318"/>
            <ac:graphicFrameMk id="6" creationId="{AB267A66-802C-49FA-8A26-8717E3B8050D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31.212" v="97" actId="113"/>
        <pc:sldMkLst>
          <pc:docMk/>
          <pc:sldMk cId="327511421" sldId="319"/>
        </pc:sldMkLst>
        <pc:graphicFrameChg chg="modGraphic">
          <ac:chgData name="안혜강" userId="98b22b6e-56f4-4429-b5e0-faac91709a9d" providerId="ADAL" clId="{02A44E35-D93B-497A-8752-5979226BE861}" dt="2021-02-26T07:30:31.212" v="97" actId="113"/>
          <ac:graphicFrameMkLst>
            <pc:docMk/>
            <pc:sldMk cId="327511421" sldId="319"/>
            <ac:graphicFrameMk id="7" creationId="{D5959161-6639-4046-90B0-F40EB73D5E3D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38.347" v="99" actId="113"/>
        <pc:sldMkLst>
          <pc:docMk/>
          <pc:sldMk cId="1953685508" sldId="320"/>
        </pc:sldMkLst>
        <pc:graphicFrameChg chg="modGraphic">
          <ac:chgData name="안혜강" userId="98b22b6e-56f4-4429-b5e0-faac91709a9d" providerId="ADAL" clId="{02A44E35-D93B-497A-8752-5979226BE861}" dt="2021-02-26T07:30:38.347" v="99" actId="113"/>
          <ac:graphicFrameMkLst>
            <pc:docMk/>
            <pc:sldMk cId="1953685508" sldId="320"/>
            <ac:graphicFrameMk id="5" creationId="{51E73526-98F8-442F-A32E-A5F1E0C604AA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42.220" v="100" actId="113"/>
        <pc:sldMkLst>
          <pc:docMk/>
          <pc:sldMk cId="2151014847" sldId="323"/>
        </pc:sldMkLst>
        <pc:graphicFrameChg chg="modGraphic">
          <ac:chgData name="안혜강" userId="98b22b6e-56f4-4429-b5e0-faac91709a9d" providerId="ADAL" clId="{02A44E35-D93B-497A-8752-5979226BE861}" dt="2021-02-26T07:30:42.220" v="100" actId="113"/>
          <ac:graphicFrameMkLst>
            <pc:docMk/>
            <pc:sldMk cId="2151014847" sldId="323"/>
            <ac:graphicFrameMk id="5" creationId="{60DFE5F5-A771-407D-8C1F-2E8F9FDA2F08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45.348" v="101" actId="113"/>
        <pc:sldMkLst>
          <pc:docMk/>
          <pc:sldMk cId="4255961023" sldId="326"/>
        </pc:sldMkLst>
        <pc:graphicFrameChg chg="modGraphic">
          <ac:chgData name="안혜강" userId="98b22b6e-56f4-4429-b5e0-faac91709a9d" providerId="ADAL" clId="{02A44E35-D93B-497A-8752-5979226BE861}" dt="2021-02-26T07:30:45.348" v="101" actId="113"/>
          <ac:graphicFrameMkLst>
            <pc:docMk/>
            <pc:sldMk cId="4255961023" sldId="326"/>
            <ac:graphicFrameMk id="5" creationId="{F66ED1AF-2DB8-4E53-9A46-BC2E58AF0B42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58.199" v="107" actId="1035"/>
        <pc:sldMkLst>
          <pc:docMk/>
          <pc:sldMk cId="1914075418" sldId="328"/>
        </pc:sldMkLst>
        <pc:spChg chg="mod">
          <ac:chgData name="안혜강" userId="98b22b6e-56f4-4429-b5e0-faac91709a9d" providerId="ADAL" clId="{02A44E35-D93B-497A-8752-5979226BE861}" dt="2021-02-26T07:30:58.199" v="107" actId="1035"/>
          <ac:spMkLst>
            <pc:docMk/>
            <pc:sldMk cId="1914075418" sldId="328"/>
            <ac:spMk id="3" creationId="{00000000-0000-0000-0000-000000000000}"/>
          </ac:spMkLst>
        </pc:spChg>
        <pc:graphicFrameChg chg="modGraphic">
          <ac:chgData name="안혜강" userId="98b22b6e-56f4-4429-b5e0-faac91709a9d" providerId="ADAL" clId="{02A44E35-D93B-497A-8752-5979226BE861}" dt="2021-02-26T05:47:06.319" v="53" actId="113"/>
          <ac:graphicFrameMkLst>
            <pc:docMk/>
            <pc:sldMk cId="1914075418" sldId="328"/>
            <ac:graphicFrameMk id="4" creationId="{00000000-0000-0000-0000-000000000000}"/>
          </ac:graphicFrameMkLst>
        </pc:graphicFrameChg>
        <pc:graphicFrameChg chg="modGraphic">
          <ac:chgData name="안혜강" userId="98b22b6e-56f4-4429-b5e0-faac91709a9d" providerId="ADAL" clId="{02A44E35-D93B-497A-8752-5979226BE861}" dt="2021-02-26T07:30:56.803" v="105" actId="113"/>
          <ac:graphicFrameMkLst>
            <pc:docMk/>
            <pc:sldMk cId="1914075418" sldId="328"/>
            <ac:graphicFrameMk id="5" creationId="{00000000-0000-0000-0000-000000000000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0:50.947" v="103" actId="113"/>
        <pc:sldMkLst>
          <pc:docMk/>
          <pc:sldMk cId="2546150499" sldId="329"/>
        </pc:sldMkLst>
        <pc:graphicFrameChg chg="modGraphic">
          <ac:chgData name="안혜강" userId="98b22b6e-56f4-4429-b5e0-faac91709a9d" providerId="ADAL" clId="{02A44E35-D93B-497A-8752-5979226BE861}" dt="2021-02-26T07:30:50.947" v="103" actId="113"/>
          <ac:graphicFrameMkLst>
            <pc:docMk/>
            <pc:sldMk cId="2546150499" sldId="329"/>
            <ac:graphicFrameMk id="7" creationId="{0056DE4F-B0C1-46EE-885D-7BAD96D195D2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31:06.292" v="108" actId="113"/>
        <pc:sldMkLst>
          <pc:docMk/>
          <pc:sldMk cId="862436713" sldId="335"/>
        </pc:sldMkLst>
        <pc:graphicFrameChg chg="modGraphic">
          <ac:chgData name="안혜강" userId="98b22b6e-56f4-4429-b5e0-faac91709a9d" providerId="ADAL" clId="{02A44E35-D93B-497A-8752-5979226BE861}" dt="2021-02-26T07:31:06.292" v="108" actId="113"/>
          <ac:graphicFrameMkLst>
            <pc:docMk/>
            <pc:sldMk cId="862436713" sldId="335"/>
            <ac:graphicFrameMk id="5" creationId="{F997EE8A-8C04-4329-9364-2431442ED53E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47:21.959" v="54" actId="113"/>
        <pc:sldMkLst>
          <pc:docMk/>
          <pc:sldMk cId="2992004471" sldId="336"/>
        </pc:sldMkLst>
        <pc:graphicFrameChg chg="modGraphic">
          <ac:chgData name="안혜강" userId="98b22b6e-56f4-4429-b5e0-faac91709a9d" providerId="ADAL" clId="{02A44E35-D93B-497A-8752-5979226BE861}" dt="2021-02-26T05:47:21.959" v="54" actId="113"/>
          <ac:graphicFrameMkLst>
            <pc:docMk/>
            <pc:sldMk cId="2992004471" sldId="336"/>
            <ac:graphicFrameMk id="8" creationId="{AAEB732B-9EED-43BE-B571-2D4C44949E6B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47:35.471" v="57" actId="113"/>
        <pc:sldMkLst>
          <pc:docMk/>
          <pc:sldMk cId="3874956382" sldId="340"/>
        </pc:sldMkLst>
        <pc:graphicFrameChg chg="modGraphic">
          <ac:chgData name="안혜강" userId="98b22b6e-56f4-4429-b5e0-faac91709a9d" providerId="ADAL" clId="{02A44E35-D93B-497A-8752-5979226BE861}" dt="2021-02-26T05:47:35.471" v="57" actId="113"/>
          <ac:graphicFrameMkLst>
            <pc:docMk/>
            <pc:sldMk cId="3874956382" sldId="340"/>
            <ac:graphicFrameMk id="6" creationId="{C13DCE61-4709-47C1-894C-8FF2E84AF42C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7:29:13.700" v="72" actId="113"/>
        <pc:sldMkLst>
          <pc:docMk/>
          <pc:sldMk cId="1620957491" sldId="344"/>
        </pc:sldMkLst>
        <pc:graphicFrameChg chg="modGraphic">
          <ac:chgData name="안혜강" userId="98b22b6e-56f4-4429-b5e0-faac91709a9d" providerId="ADAL" clId="{02A44E35-D93B-497A-8752-5979226BE861}" dt="2021-02-26T07:29:13.700" v="72" actId="113"/>
          <ac:graphicFrameMkLst>
            <pc:docMk/>
            <pc:sldMk cId="1620957491" sldId="344"/>
            <ac:graphicFrameMk id="5" creationId="{C0A92EB6-281D-434E-B9EE-32B7B8A40648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48:05.518" v="62" actId="113"/>
        <pc:sldMkLst>
          <pc:docMk/>
          <pc:sldMk cId="1810567978" sldId="347"/>
        </pc:sldMkLst>
        <pc:graphicFrameChg chg="modGraphic">
          <ac:chgData name="안혜강" userId="98b22b6e-56f4-4429-b5e0-faac91709a9d" providerId="ADAL" clId="{02A44E35-D93B-497A-8752-5979226BE861}" dt="2021-02-26T05:48:05.518" v="62" actId="113"/>
          <ac:graphicFrameMkLst>
            <pc:docMk/>
            <pc:sldMk cId="1810567978" sldId="347"/>
            <ac:graphicFrameMk id="7" creationId="{5F96584F-62DD-436D-BF2A-7B6485F4DF78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47:44.951" v="58" actId="113"/>
        <pc:sldMkLst>
          <pc:docMk/>
          <pc:sldMk cId="209018117" sldId="363"/>
        </pc:sldMkLst>
        <pc:graphicFrameChg chg="modGraphic">
          <ac:chgData name="안혜강" userId="98b22b6e-56f4-4429-b5e0-faac91709a9d" providerId="ADAL" clId="{02A44E35-D93B-497A-8752-5979226BE861}" dt="2021-02-26T05:47:44.951" v="58" actId="113"/>
          <ac:graphicFrameMkLst>
            <pc:docMk/>
            <pc:sldMk cId="209018117" sldId="363"/>
            <ac:graphicFrameMk id="6" creationId="{C13DCE61-4709-47C1-894C-8FF2E84AF42C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47:59.106" v="61" actId="1036"/>
        <pc:sldMkLst>
          <pc:docMk/>
          <pc:sldMk cId="427812949" sldId="365"/>
        </pc:sldMkLst>
        <pc:graphicFrameChg chg="mod modGraphic">
          <ac:chgData name="안혜강" userId="98b22b6e-56f4-4429-b5e0-faac91709a9d" providerId="ADAL" clId="{02A44E35-D93B-497A-8752-5979226BE861}" dt="2021-02-26T05:47:59.106" v="61" actId="1036"/>
          <ac:graphicFrameMkLst>
            <pc:docMk/>
            <pc:sldMk cId="427812949" sldId="365"/>
            <ac:graphicFrameMk id="6" creationId="{C13DCE61-4709-47C1-894C-8FF2E84AF42C}"/>
          </ac:graphicFrameMkLst>
        </pc:graphicFrameChg>
      </pc:sldChg>
      <pc:sldChg chg="modSp">
        <pc:chgData name="안혜강" userId="98b22b6e-56f4-4429-b5e0-faac91709a9d" providerId="ADAL" clId="{02A44E35-D93B-497A-8752-5979226BE861}" dt="2021-02-26T05:48:16.623" v="63" actId="113"/>
        <pc:sldMkLst>
          <pc:docMk/>
          <pc:sldMk cId="3831289528" sldId="369"/>
        </pc:sldMkLst>
        <pc:graphicFrameChg chg="modGraphic">
          <ac:chgData name="안혜강" userId="98b22b6e-56f4-4429-b5e0-faac91709a9d" providerId="ADAL" clId="{02A44E35-D93B-497A-8752-5979226BE861}" dt="2021-02-26T05:48:16.623" v="63" actId="113"/>
          <ac:graphicFrameMkLst>
            <pc:docMk/>
            <pc:sldMk cId="3831289528" sldId="369"/>
            <ac:graphicFrameMk id="7" creationId="{5F96584F-62DD-436D-BF2A-7B6485F4DF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91BB8-D8B6-4986-A7FA-2ED3F856F215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9D4CC-EA20-4211-B1F8-A9E53A537D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43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65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5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237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72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</a:rPr>
              <a:t>8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모듈과 활용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2459758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391D96DF-ED14-43EF-8AD2-775738E9DC06}"/>
              </a:ext>
            </a:extLst>
          </p:cNvPr>
          <p:cNvGrpSpPr/>
          <p:nvPr/>
        </p:nvGrpSpPr>
        <p:grpSpPr>
          <a:xfrm>
            <a:off x="549459" y="732739"/>
            <a:ext cx="11054621" cy="5316371"/>
            <a:chOff x="1043098" y="4462353"/>
            <a:chExt cx="6985286" cy="1904544"/>
          </a:xfrm>
        </p:grpSpPr>
        <p:sp>
          <p:nvSpPr>
            <p:cNvPr id="9" name="모서리가 둥근 직사각형 2">
              <a:extLst>
                <a:ext uri="{FF2B5EF4-FFF2-40B4-BE49-F238E27FC236}">
                  <a16:creationId xmlns:a16="http://schemas.microsoft.com/office/drawing/2014/main" id="{2D8B340E-E6E6-412E-856D-02EA379E3959}"/>
                </a:ext>
              </a:extLst>
            </p:cNvPr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3ED14A9-BCA1-4665-9DC2-D9E3DDB74EE5}"/>
                </a:ext>
              </a:extLst>
            </p:cNvPr>
            <p:cNvGrpSpPr/>
            <p:nvPr/>
          </p:nvGrpSpPr>
          <p:grpSpPr>
            <a:xfrm>
              <a:off x="1043608" y="4481073"/>
              <a:ext cx="6984776" cy="1885824"/>
              <a:chOff x="643260" y="2641203"/>
              <a:chExt cx="6984776" cy="1885824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E73042E-6C35-4BF1-A7A4-4BAED1239536}"/>
                  </a:ext>
                </a:extLst>
              </p:cNvPr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32">
                <a:extLst>
                  <a:ext uri="{FF2B5EF4-FFF2-40B4-BE49-F238E27FC236}">
                    <a16:creationId xmlns:a16="http://schemas.microsoft.com/office/drawing/2014/main" id="{357E5469-C323-4D04-B745-FAE26DB2C0DF}"/>
                  </a:ext>
                </a:extLst>
              </p:cNvPr>
              <p:cNvSpPr/>
              <p:nvPr/>
            </p:nvSpPr>
            <p:spPr>
              <a:xfrm>
                <a:off x="643260" y="2806369"/>
                <a:ext cx="6984776" cy="1720658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" name="직사각형 23">
                <a:extLst>
                  <a:ext uri="{FF2B5EF4-FFF2-40B4-BE49-F238E27FC236}">
                    <a16:creationId xmlns:a16="http://schemas.microsoft.com/office/drawing/2014/main" id="{BE521D67-8F89-417A-8F15-3189EB60E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292" y="2920806"/>
                <a:ext cx="6696744" cy="1028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모듈의 정의와 종류에 대해서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파이썬에서</a:t>
                </a:r>
                <a:r>
                  <a:rPr lang="ko-KR" altLang="en-US" sz="1600" dirty="0"/>
                  <a:t> 제공하는 모듈을 활용하는 방법을 이해한다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파이썬에서</a:t>
                </a:r>
                <a:r>
                  <a:rPr lang="ko-KR" altLang="en-US" sz="1600" dirty="0"/>
                  <a:t> 제공하는 기본 모듈을 이용하여 강력한 기능을 활용할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 dirty="0"/>
                  <a:t>from ... import </a:t>
                </a:r>
                <a:r>
                  <a:rPr lang="ko-KR" altLang="en-US" sz="1600" dirty="0"/>
                  <a:t>구문을 이용하여 특정 클래스나 </a:t>
                </a:r>
                <a:r>
                  <a:rPr lang="ko-KR" altLang="en-US" sz="1600" dirty="0" err="1"/>
                  <a:t>메소드를</a:t>
                </a:r>
                <a:r>
                  <a:rPr lang="ko-KR" altLang="en-US" sz="1600" dirty="0"/>
                  <a:t> 가지고 올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 dirty="0"/>
                  <a:t>Python Module Index </a:t>
                </a:r>
                <a:r>
                  <a:rPr lang="ko-KR" altLang="en-US" sz="1600" dirty="0"/>
                  <a:t>페이지를 이용하여 원하는 모듈에 대한 정보를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시간과 날짜를 다루는 모듈을 이해하고 활용할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강력한 수학 모듈을 통해 다양하고 복잡한 연산을 수행할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 dirty="0"/>
                  <a:t>random </a:t>
                </a:r>
                <a:r>
                  <a:rPr lang="ko-KR" altLang="en-US" sz="1600" dirty="0"/>
                  <a:t>모듈을 사용하여 임의의 수를 생성하는 기능을 활용할 수 있다</a:t>
                </a:r>
                <a:r>
                  <a:rPr lang="en-US" altLang="ko-KR" sz="1600" dirty="0"/>
                  <a:t>.</a:t>
                </a:r>
                <a:endParaRPr lang="en-US" altLang="ko-KR" sz="1600" spc="-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473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/>
              <a:t>모듈</a:t>
            </a:r>
            <a:r>
              <a:rPr lang="en-US" altLang="ko-KR" b="1" baseline="30000" dirty="0">
                <a:solidFill>
                  <a:schemeClr val="accent5"/>
                </a:solidFill>
              </a:rPr>
              <a:t>module</a:t>
            </a:r>
            <a:endParaRPr lang="en-US" altLang="ko-KR" baseline="30000" dirty="0">
              <a:solidFill>
                <a:schemeClr val="accent5"/>
              </a:solidFill>
            </a:endParaRPr>
          </a:p>
          <a:p>
            <a:pPr lvl="1"/>
            <a:r>
              <a:rPr lang="ko-KR" altLang="en-US" dirty="0" err="1"/>
              <a:t>파이썬</a:t>
            </a:r>
            <a:r>
              <a:rPr lang="ko-KR" altLang="en-US" dirty="0"/>
              <a:t> 함수나 변수 또는 클래스들을 모아놓은 스크립트 파일</a:t>
            </a:r>
            <a:endParaRPr lang="en-US" altLang="ko-KR" dirty="0"/>
          </a:p>
          <a:p>
            <a:pPr lvl="1"/>
            <a:r>
              <a:rPr lang="ko-KR" altLang="en-US" dirty="0" err="1"/>
              <a:t>파이썬은</a:t>
            </a:r>
            <a:r>
              <a:rPr lang="ko-KR" altLang="en-US" dirty="0"/>
              <a:t> 수많은 개발자들에 의해서 개발된 많은 모듈이 있음</a:t>
            </a:r>
            <a:endParaRPr lang="en-US" altLang="ko-KR" dirty="0"/>
          </a:p>
          <a:p>
            <a:pPr lvl="1"/>
            <a:r>
              <a:rPr lang="ko-KR" altLang="en-US" dirty="0"/>
              <a:t>만들어진 모듈을 가져올 때에는 ‘</a:t>
            </a:r>
            <a:r>
              <a:rPr lang="en-US" altLang="ko-KR" dirty="0"/>
              <a:t>import’</a:t>
            </a:r>
            <a:r>
              <a:rPr lang="ko-KR" altLang="en-US" dirty="0"/>
              <a:t>와 함께 모듈 이름을 써 </a:t>
            </a:r>
            <a:r>
              <a:rPr lang="ko-KR" altLang="en-US" dirty="0" smtClean="0"/>
              <a:t>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  <a:p>
            <a:pPr lvl="1"/>
            <a:r>
              <a:rPr lang="ko-KR" altLang="en-US" dirty="0"/>
              <a:t>사용할 때에는 모듈 이름에 점</a:t>
            </a:r>
            <a:r>
              <a:rPr lang="en-US" altLang="ko-KR" dirty="0"/>
              <a:t>(.)</a:t>
            </a:r>
            <a:r>
              <a:rPr lang="ko-KR" altLang="en-US" dirty="0"/>
              <a:t>을 찍은 후 모듈 안의 구성요소를 작성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모듈과 </a:t>
            </a:r>
            <a:r>
              <a:rPr lang="en-US" altLang="ko-KR" dirty="0"/>
              <a:t>import </a:t>
            </a:r>
            <a:r>
              <a:rPr lang="ko-KR" altLang="en-US" dirty="0"/>
              <a:t>문법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-1" t="9441" r="20593" b="5393"/>
          <a:stretch/>
        </p:blipFill>
        <p:spPr>
          <a:xfrm>
            <a:off x="1429871" y="2873641"/>
            <a:ext cx="6870102" cy="44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2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pc="-40" dirty="0"/>
              <a:t>파이썬 설치와 함께 제공되는 모듈을 </a:t>
            </a:r>
            <a:r>
              <a:rPr lang="ko-KR" altLang="en-US" b="1" spc="-40" dirty="0"/>
              <a:t>파이썬 표준 라이브러리</a:t>
            </a:r>
            <a:r>
              <a:rPr lang="en-US" altLang="ko-KR" b="1" spc="-40" baseline="30000" dirty="0">
                <a:solidFill>
                  <a:schemeClr val="accent5"/>
                </a:solidFill>
              </a:rPr>
              <a:t>python standard library</a:t>
            </a:r>
            <a:r>
              <a:rPr lang="ko-KR" altLang="en-US" spc="-40" dirty="0"/>
              <a:t>라고 함</a:t>
            </a:r>
            <a:endParaRPr lang="en-US" altLang="ko-KR" spc="-40" dirty="0"/>
          </a:p>
          <a:p>
            <a:r>
              <a:rPr lang="ko-KR" altLang="en-US" dirty="0"/>
              <a:t>문자열과 텍스트 처리를 위한 모듈</a:t>
            </a:r>
            <a:r>
              <a:rPr lang="en-US" altLang="ko-KR" dirty="0"/>
              <a:t>, </a:t>
            </a:r>
            <a:r>
              <a:rPr lang="ko-KR" altLang="en-US" dirty="0"/>
              <a:t>이진 데이터 처리</a:t>
            </a:r>
            <a:r>
              <a:rPr lang="en-US" altLang="ko-KR" dirty="0"/>
              <a:t>, </a:t>
            </a:r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배열 등의 자료형 처리를 위한 모듈</a:t>
            </a:r>
            <a:r>
              <a:rPr lang="en-US" altLang="ko-KR" dirty="0"/>
              <a:t>, </a:t>
            </a:r>
            <a:r>
              <a:rPr lang="ko-KR" altLang="en-US" dirty="0"/>
              <a:t>수치 연산과 수학 함수 모듈</a:t>
            </a:r>
            <a:r>
              <a:rPr lang="en-US" altLang="ko-KR" dirty="0"/>
              <a:t>, </a:t>
            </a:r>
            <a:r>
              <a:rPr lang="ko-KR" altLang="en-US" dirty="0"/>
              <a:t>파일과 디렉터리 접근</a:t>
            </a:r>
            <a:r>
              <a:rPr lang="en-US" altLang="ko-KR" dirty="0"/>
              <a:t>, </a:t>
            </a:r>
            <a:r>
              <a:rPr lang="ko-KR" altLang="en-US" dirty="0"/>
              <a:t>유닉스 시스템의 데이터베이스 접근을 위한 모듈</a:t>
            </a:r>
            <a:r>
              <a:rPr lang="en-US" altLang="ko-KR" dirty="0"/>
              <a:t>, </a:t>
            </a:r>
            <a:r>
              <a:rPr lang="ko-KR" altLang="en-US" dirty="0"/>
              <a:t>데이터 압축</a:t>
            </a:r>
            <a:r>
              <a:rPr lang="en-US" altLang="ko-KR" dirty="0"/>
              <a:t>, </a:t>
            </a:r>
            <a:r>
              <a:rPr lang="ko-KR" altLang="en-US" dirty="0"/>
              <a:t>그래픽 모듈 등 </a:t>
            </a:r>
            <a:r>
              <a:rPr lang="en-US" altLang="ko-KR" dirty="0"/>
              <a:t>100</a:t>
            </a:r>
            <a:r>
              <a:rPr lang="ko-KR" altLang="en-US" dirty="0"/>
              <a:t>여 가지 이상의 표준 라이브러리들이 있다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모듈과 </a:t>
            </a:r>
            <a:r>
              <a:rPr lang="en-US" altLang="ko-KR" dirty="0"/>
              <a:t>import </a:t>
            </a:r>
            <a:r>
              <a:rPr lang="ko-KR" altLang="en-US" dirty="0"/>
              <a:t>문법</a:t>
            </a:r>
          </a:p>
        </p:txBody>
      </p:sp>
    </p:spTree>
    <p:extLst>
      <p:ext uri="{BB962C8B-B14F-4D97-AF65-F5344CB8AC3E}">
        <p14:creationId xmlns:p14="http://schemas.microsoft.com/office/powerpoint/2010/main" val="30101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80" y="3145384"/>
            <a:ext cx="9585336" cy="203696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datetime</a:t>
            </a:r>
            <a:r>
              <a:rPr lang="en-US" altLang="ko-KR" dirty="0"/>
              <a:t> </a:t>
            </a:r>
            <a:r>
              <a:rPr lang="ko-KR" altLang="en-US" dirty="0"/>
              <a:t>모듈</a:t>
            </a:r>
            <a:endParaRPr lang="en-US" altLang="ko-KR" dirty="0"/>
          </a:p>
          <a:p>
            <a:pPr lvl="1"/>
            <a:r>
              <a:rPr lang="ko-KR" altLang="en-US" dirty="0"/>
              <a:t>날짜와 시간에 관한 기능을 제공하고 조작할 수 있는 모듈</a:t>
            </a:r>
            <a:endParaRPr lang="en-US" altLang="ko-KR" dirty="0"/>
          </a:p>
          <a:p>
            <a:r>
              <a:rPr lang="ko-KR" altLang="en-US" dirty="0"/>
              <a:t>아래의 </a:t>
            </a:r>
            <a:r>
              <a:rPr lang="en-US" altLang="ko-KR" dirty="0" err="1">
                <a:solidFill>
                  <a:schemeClr val="accent1"/>
                </a:solidFill>
              </a:rPr>
              <a:t>datetime</a:t>
            </a:r>
            <a:r>
              <a:rPr lang="en-US" altLang="ko-KR" dirty="0" err="1"/>
              <a:t>.</a:t>
            </a:r>
            <a:r>
              <a:rPr lang="en-US" altLang="ko-KR" dirty="0" err="1">
                <a:solidFill>
                  <a:schemeClr val="accent2"/>
                </a:solidFill>
              </a:rPr>
              <a:t>datetime</a:t>
            </a:r>
            <a:r>
              <a:rPr lang="en-US" altLang="ko-KR" dirty="0" err="1"/>
              <a:t>.now</a:t>
            </a:r>
            <a:r>
              <a:rPr lang="en-US" altLang="ko-KR" dirty="0"/>
              <a:t>()</a:t>
            </a:r>
            <a:r>
              <a:rPr lang="ko-KR" altLang="en-US" dirty="0"/>
              <a:t>에서 앞의 </a:t>
            </a:r>
            <a:r>
              <a:rPr lang="en-US" altLang="ko-KR" dirty="0" err="1">
                <a:solidFill>
                  <a:schemeClr val="accent1"/>
                </a:solidFill>
              </a:rPr>
              <a:t>datetime</a:t>
            </a:r>
            <a:r>
              <a:rPr lang="ko-KR" altLang="en-US" dirty="0"/>
              <a:t>은 모듈의 이름</a:t>
            </a:r>
            <a:r>
              <a:rPr lang="en-US" altLang="ko-KR" dirty="0"/>
              <a:t>,</a:t>
            </a:r>
            <a:r>
              <a:rPr lang="ko-KR" altLang="en-US" dirty="0"/>
              <a:t> 뒤의 </a:t>
            </a:r>
            <a:r>
              <a:rPr lang="en-US" altLang="ko-KR" dirty="0" err="1">
                <a:solidFill>
                  <a:schemeClr val="accent2"/>
                </a:solidFill>
              </a:rPr>
              <a:t>datetime</a:t>
            </a:r>
            <a:r>
              <a:rPr lang="ko-KR" altLang="en-US" dirty="0"/>
              <a:t>은 클래스의 이름</a:t>
            </a:r>
            <a:endParaRPr lang="en-US" altLang="ko-KR" dirty="0"/>
          </a:p>
          <a:p>
            <a:pPr lvl="1"/>
            <a:r>
              <a:rPr lang="ko-KR" altLang="en-US" dirty="0"/>
              <a:t>이 </a:t>
            </a:r>
            <a:r>
              <a:rPr lang="ko-KR" altLang="en-US" dirty="0" err="1"/>
              <a:t>메소드를</a:t>
            </a:r>
            <a:r>
              <a:rPr lang="ko-KR" altLang="en-US" dirty="0"/>
              <a:t> 사용하면 현재의 년</a:t>
            </a:r>
            <a:r>
              <a:rPr lang="en-US" altLang="ko-KR" dirty="0"/>
              <a:t>, </a:t>
            </a:r>
            <a:r>
              <a:rPr lang="ko-KR" altLang="en-US" dirty="0"/>
              <a:t>월</a:t>
            </a:r>
            <a:r>
              <a:rPr lang="en-US" altLang="ko-KR" dirty="0"/>
              <a:t>,</a:t>
            </a:r>
            <a:r>
              <a:rPr lang="ko-KR" altLang="en-US" dirty="0"/>
              <a:t> 일</a:t>
            </a:r>
            <a:r>
              <a:rPr lang="en-US" altLang="ko-KR" dirty="0"/>
              <a:t>, </a:t>
            </a:r>
            <a:r>
              <a:rPr lang="ko-KR" altLang="en-US" dirty="0"/>
              <a:t>시</a:t>
            </a:r>
            <a:r>
              <a:rPr lang="en-US" altLang="ko-KR" dirty="0"/>
              <a:t>, 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초</a:t>
            </a:r>
            <a:r>
              <a:rPr lang="en-US" altLang="ko-KR" dirty="0"/>
              <a:t>, </a:t>
            </a:r>
            <a:r>
              <a:rPr lang="ko-KR" altLang="en-US" dirty="0" err="1"/>
              <a:t>밀리초</a:t>
            </a:r>
            <a:r>
              <a:rPr lang="ko-KR" altLang="en-US" dirty="0"/>
              <a:t> 단위의 시간까지 나타남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60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date </a:t>
            </a:r>
            <a:r>
              <a:rPr lang="ko-KR" altLang="en-US" dirty="0"/>
              <a:t>클래스의 </a:t>
            </a:r>
            <a:r>
              <a:rPr lang="en-US" altLang="ko-KR" dirty="0"/>
              <a:t>today() </a:t>
            </a:r>
            <a:r>
              <a:rPr lang="ko-KR" altLang="en-US" dirty="0"/>
              <a:t>메소드는 현재 날짜를 </a:t>
            </a:r>
            <a:r>
              <a:rPr lang="en-US" altLang="ko-KR" dirty="0"/>
              <a:t>today</a:t>
            </a:r>
            <a:r>
              <a:rPr lang="ko-KR" altLang="en-US" dirty="0"/>
              <a:t>에 반환</a:t>
            </a:r>
            <a:endParaRPr lang="en-US" altLang="ko-KR" dirty="0"/>
          </a:p>
          <a:p>
            <a:r>
              <a:rPr lang="en-US" altLang="ko-KR" spc="-40" dirty="0"/>
              <a:t>today </a:t>
            </a:r>
            <a:r>
              <a:rPr lang="ko-KR" altLang="en-US" spc="-40" dirty="0"/>
              <a:t>값을 프롬프트에서 출력하면 </a:t>
            </a:r>
            <a:r>
              <a:rPr lang="en-US" altLang="ko-KR" spc="-40" dirty="0" err="1"/>
              <a:t>datetime.date</a:t>
            </a:r>
            <a:r>
              <a:rPr lang="en-US" altLang="ko-KR" spc="-40" dirty="0"/>
              <a:t> </a:t>
            </a:r>
            <a:r>
              <a:rPr lang="ko-KR" altLang="en-US" spc="-40" dirty="0"/>
              <a:t>클래스가 가진 년</a:t>
            </a:r>
            <a:r>
              <a:rPr lang="en-US" altLang="ko-KR" spc="-40" dirty="0"/>
              <a:t>, </a:t>
            </a:r>
            <a:r>
              <a:rPr lang="ko-KR" altLang="en-US" spc="-40" dirty="0"/>
              <a:t>월</a:t>
            </a:r>
            <a:r>
              <a:rPr lang="en-US" altLang="ko-KR" spc="-40" dirty="0"/>
              <a:t>, </a:t>
            </a:r>
            <a:r>
              <a:rPr lang="ko-KR" altLang="en-US" spc="-40" dirty="0"/>
              <a:t>일을 출력해줌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48" y="2223999"/>
            <a:ext cx="8348085" cy="42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4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dir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모듈이 가진 클래스의 목록을 출력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dir</a:t>
            </a:r>
            <a:r>
              <a:rPr lang="en-US" altLang="ko-KR" dirty="0"/>
              <a:t>() </a:t>
            </a:r>
            <a:r>
              <a:rPr lang="ko-KR" altLang="en-US" dirty="0"/>
              <a:t>함수는 </a:t>
            </a:r>
            <a:r>
              <a:rPr lang="en-US" altLang="ko-KR" dirty="0"/>
              <a:t>datetime </a:t>
            </a:r>
            <a:r>
              <a:rPr lang="ko-KR" altLang="en-US" dirty="0"/>
              <a:t>오브젝트에서 어떤 클래스</a:t>
            </a:r>
            <a:r>
              <a:rPr lang="en-US" altLang="ko-KR" dirty="0"/>
              <a:t>,</a:t>
            </a:r>
            <a:r>
              <a:rPr lang="ko-KR" altLang="en-US" dirty="0"/>
              <a:t> 속성</a:t>
            </a:r>
            <a:r>
              <a:rPr lang="en-US" altLang="ko-KR" dirty="0"/>
              <a:t>, </a:t>
            </a:r>
            <a:r>
              <a:rPr lang="ko-KR" altLang="en-US" dirty="0"/>
              <a:t>메소드를 반환</a:t>
            </a:r>
            <a:endParaRPr lang="en-US" altLang="ko-KR" dirty="0"/>
          </a:p>
          <a:p>
            <a:pPr lvl="1"/>
            <a:r>
              <a:rPr lang="en-US" altLang="ko-KR" dirty="0"/>
              <a:t>MAXYEAR</a:t>
            </a:r>
            <a:r>
              <a:rPr lang="ko-KR" altLang="en-US" dirty="0"/>
              <a:t>는 </a:t>
            </a:r>
            <a:r>
              <a:rPr lang="en-US" altLang="ko-KR" dirty="0"/>
              <a:t>datetime </a:t>
            </a:r>
            <a:r>
              <a:rPr lang="ko-KR" altLang="en-US" dirty="0"/>
              <a:t>오브젝트가 표현 가능한 최대 년도로 </a:t>
            </a:r>
            <a:r>
              <a:rPr lang="en-US" altLang="ko-KR" dirty="0"/>
              <a:t>9999 </a:t>
            </a:r>
            <a:r>
              <a:rPr lang="ko-KR" altLang="en-US" dirty="0"/>
              <a:t>값을 가짐</a:t>
            </a:r>
            <a:endParaRPr lang="en-US" altLang="ko-KR" dirty="0"/>
          </a:p>
          <a:p>
            <a:pPr lvl="1"/>
            <a:r>
              <a:rPr lang="en-US" altLang="ko-KR" sz="1800" dirty="0"/>
              <a:t>MINYEAR</a:t>
            </a:r>
            <a:r>
              <a:rPr lang="ko-KR" altLang="en-US" sz="1800" dirty="0"/>
              <a:t>는 </a:t>
            </a:r>
            <a:r>
              <a:rPr lang="en-US" altLang="ko-KR" sz="1800" dirty="0"/>
              <a:t>1 </a:t>
            </a:r>
            <a:r>
              <a:rPr lang="ko-KR" altLang="en-US" sz="1800" dirty="0"/>
              <a:t>값을 가짐</a:t>
            </a:r>
            <a:endParaRPr lang="en-US" altLang="ko-KR" sz="1800" dirty="0"/>
          </a:p>
          <a:p>
            <a:pPr lvl="1"/>
            <a:r>
              <a:rPr lang="en-US" altLang="ko-KR" sz="1800" dirty="0"/>
              <a:t>date, datetime, </a:t>
            </a:r>
            <a:r>
              <a:rPr lang="en-US" altLang="ko-KR" sz="1800" dirty="0" err="1"/>
              <a:t>datetime_CAPI</a:t>
            </a:r>
            <a:r>
              <a:rPr lang="en-US" altLang="ko-KR" sz="1800" dirty="0"/>
              <a:t>, time, </a:t>
            </a:r>
            <a:r>
              <a:rPr lang="en-US" altLang="ko-KR" sz="1800" dirty="0" err="1"/>
              <a:t>timedelta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timezone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tzinfo</a:t>
            </a:r>
            <a:r>
              <a:rPr lang="ko-KR" altLang="en-US" sz="1800" dirty="0"/>
              <a:t>와 같은 클래스들은 날짜</a:t>
            </a:r>
            <a:r>
              <a:rPr lang="en-US" altLang="ko-KR" sz="1800" dirty="0"/>
              <a:t>, </a:t>
            </a:r>
            <a:r>
              <a:rPr lang="ko-KR" altLang="en-US" sz="1800" dirty="0"/>
              <a:t>시간</a:t>
            </a:r>
            <a:r>
              <a:rPr lang="en-US" altLang="ko-KR" sz="1800" dirty="0"/>
              <a:t>, </a:t>
            </a:r>
            <a:r>
              <a:rPr lang="ko-KR" altLang="en-US" sz="1800" dirty="0"/>
              <a:t>시간대</a:t>
            </a:r>
            <a:r>
              <a:rPr lang="en-US" altLang="ko-KR" sz="1800" dirty="0"/>
              <a:t>, </a:t>
            </a:r>
            <a:r>
              <a:rPr lang="ko-KR" altLang="en-US" sz="1800" dirty="0"/>
              <a:t>시간대 정보를 편리하게 이용할 수 있는 기능이 있음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800" dirty="0"/>
          </a:p>
          <a:p>
            <a:endParaRPr lang="ko-KR" altLang="en-US" sz="1800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51" y="1952430"/>
            <a:ext cx="7692367" cy="214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4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27221"/>
          <a:stretch/>
        </p:blipFill>
        <p:spPr>
          <a:xfrm>
            <a:off x="1295399" y="2321548"/>
            <a:ext cx="7454463" cy="217162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replace() </a:t>
            </a:r>
            <a:r>
              <a:rPr lang="ko-KR" altLang="en-US" dirty="0"/>
              <a:t>메소드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E6D24AB-4FEF-F6BE-6512-3D9404ABC10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datetime</a:t>
            </a:r>
            <a:r>
              <a:rPr lang="ko-KR" altLang="en-US" dirty="0"/>
              <a:t>에서 날짜나 시간 값을 변경하고 싶을 때 사용</a:t>
            </a:r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801350" y="3651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215903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as </a:t>
            </a:r>
            <a:r>
              <a:rPr lang="ko-KR" altLang="en-US" dirty="0" smtClean="0"/>
              <a:t>구문과 </a:t>
            </a:r>
            <a:r>
              <a:rPr lang="en-US" altLang="ko-KR" dirty="0" smtClean="0"/>
              <a:t>replace</a:t>
            </a:r>
            <a:r>
              <a:rPr lang="en-US" altLang="ko-KR" dirty="0"/>
              <a:t>() </a:t>
            </a:r>
            <a:r>
              <a:rPr lang="ko-KR" altLang="en-US" dirty="0"/>
              <a:t>메소드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E6D24AB-4FEF-F6BE-6512-3D9404ABC10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매번 </a:t>
            </a:r>
            <a:r>
              <a:rPr lang="ko-KR" altLang="en-US" dirty="0">
                <a:solidFill>
                  <a:schemeClr val="accent5"/>
                </a:solidFill>
              </a:rPr>
              <a:t>“</a:t>
            </a:r>
            <a:r>
              <a:rPr lang="en-US" altLang="ko-KR" dirty="0">
                <a:solidFill>
                  <a:schemeClr val="accent5"/>
                </a:solidFill>
              </a:rPr>
              <a:t>[</a:t>
            </a:r>
            <a:r>
              <a:rPr lang="ko-KR" altLang="en-US" dirty="0">
                <a:solidFill>
                  <a:schemeClr val="accent5"/>
                </a:solidFill>
              </a:rPr>
              <a:t>모듈 이름</a:t>
            </a:r>
            <a:r>
              <a:rPr lang="en-US" altLang="ko-KR" dirty="0">
                <a:solidFill>
                  <a:schemeClr val="accent5"/>
                </a:solidFill>
              </a:rPr>
              <a:t>].[</a:t>
            </a:r>
            <a:r>
              <a:rPr lang="ko-KR" altLang="en-US" dirty="0">
                <a:solidFill>
                  <a:schemeClr val="accent5"/>
                </a:solidFill>
              </a:rPr>
              <a:t>클래스 이름</a:t>
            </a:r>
            <a:r>
              <a:rPr lang="en-US" altLang="ko-KR" dirty="0">
                <a:solidFill>
                  <a:schemeClr val="accent5"/>
                </a:solidFill>
              </a:rPr>
              <a:t>].[</a:t>
            </a:r>
            <a:r>
              <a:rPr lang="ko-KR" altLang="en-US" dirty="0" err="1">
                <a:solidFill>
                  <a:schemeClr val="accent5"/>
                </a:solidFill>
              </a:rPr>
              <a:t>메소드이름</a:t>
            </a:r>
            <a:r>
              <a:rPr lang="en-US" altLang="ko-KR" dirty="0">
                <a:solidFill>
                  <a:schemeClr val="accent5"/>
                </a:solidFill>
              </a:rPr>
              <a:t>]()”</a:t>
            </a:r>
            <a:r>
              <a:rPr lang="ko-KR" altLang="en-US" dirty="0"/>
              <a:t>을 점 연산자로 구분해서 적는 것은 매우 번거로움</a:t>
            </a:r>
          </a:p>
          <a:p>
            <a:r>
              <a:rPr lang="en-US" altLang="ko-KR" dirty="0"/>
              <a:t>as </a:t>
            </a:r>
            <a:r>
              <a:rPr lang="ko-KR" altLang="en-US" dirty="0"/>
              <a:t>구문을 사용하여 모듈 이름 </a:t>
            </a:r>
            <a:r>
              <a:rPr lang="en-US" altLang="ko-KR" dirty="0"/>
              <a:t>datetime</a:t>
            </a:r>
            <a:r>
              <a:rPr lang="ko-KR" altLang="en-US" dirty="0"/>
              <a:t>을 별칭인 </a:t>
            </a:r>
            <a:r>
              <a:rPr lang="en-US" altLang="ko-KR" dirty="0"/>
              <a:t>dt</a:t>
            </a:r>
            <a:r>
              <a:rPr lang="ko-KR" altLang="en-US" dirty="0"/>
              <a:t>로 간단하게 줄일 수 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801350" y="3651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실습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6B43D9F-644C-EA73-99D4-3B0AB3E8CDB7}"/>
              </a:ext>
            </a:extLst>
          </p:cNvPr>
          <p:cNvGrpSpPr/>
          <p:nvPr/>
        </p:nvGrpSpPr>
        <p:grpSpPr>
          <a:xfrm>
            <a:off x="1379303" y="3185063"/>
            <a:ext cx="9136297" cy="3326095"/>
            <a:chOff x="804947" y="2913571"/>
            <a:chExt cx="9693848" cy="306718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9710F93-77A3-24D9-370B-B93B5EF14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4947" y="4049445"/>
              <a:ext cx="7767234" cy="1931313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D700689-B13D-D247-478E-E3E7B7C831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5452"/>
            <a:stretch/>
          </p:blipFill>
          <p:spPr>
            <a:xfrm>
              <a:off x="804948" y="2913571"/>
              <a:ext cx="9126452" cy="61635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9E7331-8F61-99B8-88EA-30760B38906B}"/>
                </a:ext>
              </a:extLst>
            </p:cNvPr>
            <p:cNvSpPr txBox="1"/>
            <p:nvPr/>
          </p:nvSpPr>
          <p:spPr>
            <a:xfrm>
              <a:off x="6323257" y="4870975"/>
              <a:ext cx="4175538" cy="66438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이 결과는 컴퓨터의 실행시간에 따라 </a:t>
              </a:r>
              <a:endParaRPr lang="en-US" altLang="ko-KR" sz="1600" dirty="0"/>
            </a:p>
            <a:p>
              <a:r>
                <a:rPr lang="ko-KR" altLang="en-US" sz="1600" dirty="0"/>
                <a:t>매번 달라질 수 있음</a:t>
              </a:r>
              <a:endParaRPr lang="ko-KR" altLang="en-US" sz="1400" dirty="0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12A00F99-15AD-8F76-FD13-C55A2C43D6A8}"/>
                </a:ext>
              </a:extLst>
            </p:cNvPr>
            <p:cNvCxnSpPr/>
            <p:nvPr/>
          </p:nvCxnSpPr>
          <p:spPr>
            <a:xfrm flipH="1">
              <a:off x="5653965" y="5087420"/>
              <a:ext cx="669291" cy="46399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951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259" y="2310762"/>
            <a:ext cx="8948540" cy="354074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import ~ as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7FE2CA-AAB4-712E-F082-0407475D311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긴 모듈 이름을 간략하게 부르는 별명을 붙여주는 방법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144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35" y="2633875"/>
            <a:ext cx="8441267" cy="210606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from ~ import ~ </a:t>
            </a:r>
            <a:r>
              <a:rPr lang="ko-KR" altLang="en-US" dirty="0"/>
              <a:t>구문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89E6D3-5CA8-AFD1-D2E2-9A5468EDA8F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5"/>
                </a:solidFill>
              </a:rPr>
              <a:t>“</a:t>
            </a:r>
            <a:r>
              <a:rPr lang="en-US" altLang="ko-KR" dirty="0">
                <a:solidFill>
                  <a:schemeClr val="accent5"/>
                </a:solidFill>
              </a:rPr>
              <a:t>[</a:t>
            </a:r>
            <a:r>
              <a:rPr lang="ko-KR" altLang="en-US" dirty="0">
                <a:solidFill>
                  <a:schemeClr val="accent5"/>
                </a:solidFill>
              </a:rPr>
              <a:t>모듈 이름</a:t>
            </a:r>
            <a:r>
              <a:rPr lang="en-US" altLang="ko-KR" dirty="0">
                <a:solidFill>
                  <a:schemeClr val="accent5"/>
                </a:solidFill>
              </a:rPr>
              <a:t>].[</a:t>
            </a:r>
            <a:r>
              <a:rPr lang="ko-KR" altLang="en-US" dirty="0">
                <a:solidFill>
                  <a:schemeClr val="accent5"/>
                </a:solidFill>
              </a:rPr>
              <a:t>클래스 이름</a:t>
            </a:r>
            <a:r>
              <a:rPr lang="en-US" altLang="ko-KR" dirty="0">
                <a:solidFill>
                  <a:schemeClr val="accent5"/>
                </a:solidFill>
              </a:rPr>
              <a:t>].[</a:t>
            </a:r>
            <a:r>
              <a:rPr lang="ko-KR" altLang="en-US" dirty="0" err="1">
                <a:solidFill>
                  <a:schemeClr val="accent5"/>
                </a:solidFill>
              </a:rPr>
              <a:t>메소드이름</a:t>
            </a:r>
            <a:r>
              <a:rPr lang="en-US" altLang="ko-KR" dirty="0">
                <a:solidFill>
                  <a:schemeClr val="accent5"/>
                </a:solidFill>
              </a:rPr>
              <a:t>]()” </a:t>
            </a:r>
            <a:r>
              <a:rPr lang="ko-KR" altLang="en-US" dirty="0"/>
              <a:t>방식의 호출을 간단하게 하는 방법</a:t>
            </a: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75331" y="3277123"/>
            <a:ext cx="497084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datetime.datetime</a:t>
            </a:r>
            <a:r>
              <a:rPr lang="en-US" altLang="ko-KR" sz="1600" dirty="0"/>
              <a:t>.</a:t>
            </a:r>
            <a:r>
              <a:rPr lang="ko-KR" altLang="en-US" sz="1600" dirty="0" smtClean="0"/>
              <a:t>을 </a:t>
            </a:r>
            <a:r>
              <a:rPr lang="en-US" altLang="ko-KR" sz="1600" dirty="0" err="1" smtClean="0"/>
              <a:t>datetime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으로 생략할 </a:t>
            </a:r>
            <a:r>
              <a:rPr lang="ko-KR" altLang="en-US" sz="1600" dirty="0"/>
              <a:t>수 있다</a:t>
            </a:r>
            <a:r>
              <a:rPr lang="en-US" altLang="ko-KR" sz="1600" dirty="0"/>
              <a:t>.</a:t>
            </a:r>
            <a:endParaRPr lang="ko-KR" altLang="en-US" sz="1400" dirty="0"/>
          </a:p>
        </p:txBody>
      </p:sp>
      <p:cxnSp>
        <p:nvCxnSpPr>
          <p:cNvPr id="7" name="직선 화살표 연결선 6"/>
          <p:cNvCxnSpPr>
            <a:stCxn id="5" idx="1"/>
          </p:cNvCxnSpPr>
          <p:nvPr/>
        </p:nvCxnSpPr>
        <p:spPr>
          <a:xfrm flipH="1">
            <a:off x="4906041" y="3446400"/>
            <a:ext cx="669290" cy="2947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62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from ~ import ~ </a:t>
            </a:r>
            <a:r>
              <a:rPr lang="ko-KR" altLang="en-US" dirty="0"/>
              <a:t>구문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984450"/>
            <a:ext cx="10015538" cy="298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8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DA5C5-33B5-3ABD-3149-B8074EDFF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8.2.1 </a:t>
            </a:r>
            <a:r>
              <a:rPr lang="ko-KR" altLang="en-US" dirty="0"/>
              <a:t>남은 시간 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D7213CD-E916-5366-C4F7-E9DA4789A1C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234574" y="1589854"/>
            <a:ext cx="8167733" cy="509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92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DA5C5-33B5-3ABD-3149-B8074EDFF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8.2.1 </a:t>
            </a:r>
            <a:r>
              <a:rPr lang="ko-KR" altLang="en-US" dirty="0"/>
              <a:t>남은 시간 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281187" y="1700808"/>
            <a:ext cx="6303446" cy="504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80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8.2.2 100</a:t>
            </a:r>
            <a:r>
              <a:rPr lang="ko-KR" altLang="en-US" dirty="0"/>
              <a:t>일 뒤 날짜 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1008F48-D028-651F-1BCC-AEB7F909952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67257" y="1558915"/>
            <a:ext cx="10014757" cy="4345428"/>
          </a:xfrm>
        </p:spPr>
        <p:txBody>
          <a:bodyPr/>
          <a:lstStyle/>
          <a:p>
            <a:r>
              <a:rPr lang="en-US" altLang="ko-KR" dirty="0" err="1"/>
              <a:t>timedelta</a:t>
            </a:r>
            <a:r>
              <a:rPr lang="ko-KR" altLang="en-US" dirty="0"/>
              <a:t> 클래스는</a:t>
            </a:r>
            <a:r>
              <a:rPr lang="en-US" altLang="ko-KR" dirty="0"/>
              <a:t> +, - </a:t>
            </a:r>
            <a:r>
              <a:rPr lang="ko-KR" altLang="en-US" dirty="0"/>
              <a:t>연산을 이용하여 시간의 연산이 가능</a:t>
            </a:r>
            <a:endParaRPr lang="en-US" altLang="ko-KR" dirty="0"/>
          </a:p>
          <a:p>
            <a:r>
              <a:rPr lang="en-US" altLang="ko-KR" dirty="0" err="1"/>
              <a:t>timedelta</a:t>
            </a:r>
            <a:r>
              <a:rPr lang="ko-KR" altLang="en-US" dirty="0"/>
              <a:t>를 이용하여 </a:t>
            </a:r>
            <a:r>
              <a:rPr lang="en-US" altLang="ko-KR" dirty="0"/>
              <a:t>100</a:t>
            </a:r>
            <a:r>
              <a:rPr lang="ko-KR" altLang="en-US" dirty="0"/>
              <a:t>일 후와 </a:t>
            </a:r>
            <a:r>
              <a:rPr lang="en-US" altLang="ko-KR" dirty="0"/>
              <a:t>100</a:t>
            </a:r>
            <a:r>
              <a:rPr lang="ko-KR" altLang="en-US" dirty="0"/>
              <a:t>일 전의 날짜를 구해보기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2688" b="30102"/>
          <a:stretch/>
        </p:blipFill>
        <p:spPr>
          <a:xfrm>
            <a:off x="958714" y="2867479"/>
            <a:ext cx="7065105" cy="33048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73886" r="50375"/>
          <a:stretch/>
        </p:blipFill>
        <p:spPr>
          <a:xfrm>
            <a:off x="7122769" y="2988409"/>
            <a:ext cx="4751511" cy="162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97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8.2.2 100</a:t>
            </a:r>
            <a:r>
              <a:rPr lang="ko-KR" altLang="en-US" dirty="0"/>
              <a:t>일 뒤 날짜 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1008F48-D028-651F-1BCC-AEB7F909952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timedelta</a:t>
            </a:r>
            <a:r>
              <a:rPr lang="ko-KR" altLang="en-US" dirty="0"/>
              <a:t>에 들어가는 인자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02" y="2214101"/>
            <a:ext cx="10060272" cy="418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31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8.2.2 100</a:t>
            </a:r>
            <a:r>
              <a:rPr lang="ko-KR" altLang="en-US" dirty="0"/>
              <a:t>일 뒤 날짜 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날짜와 시간 모듈 </a:t>
            </a:r>
            <a:r>
              <a:rPr lang="en-US" altLang="ko-KR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datetime</a:t>
            </a:r>
            <a:endParaRPr lang="ko-KR" altLang="en-US" dirty="0"/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779589"/>
            <a:ext cx="10015538" cy="41878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36007" y="13314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017820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048" y="3351624"/>
            <a:ext cx="9448800" cy="237813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시간에 관련된 정보를 제공하는 모듈</a:t>
            </a:r>
          </a:p>
          <a:p>
            <a:r>
              <a:rPr lang="ko-KR" altLang="en-US" dirty="0"/>
              <a:t>유닉스 시스템의 시작 시간인 </a:t>
            </a:r>
            <a:r>
              <a:rPr lang="en-US" altLang="ko-KR" dirty="0"/>
              <a:t>1970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0</a:t>
            </a:r>
            <a:r>
              <a:rPr lang="ko-KR" altLang="en-US" dirty="0"/>
              <a:t>시 </a:t>
            </a:r>
            <a:r>
              <a:rPr lang="en-US" altLang="ko-KR" dirty="0"/>
              <a:t>0</a:t>
            </a:r>
            <a:r>
              <a:rPr lang="ko-KR" altLang="en-US" dirty="0"/>
              <a:t>분 </a:t>
            </a:r>
            <a:r>
              <a:rPr lang="en-US" altLang="ko-KR" dirty="0"/>
              <a:t>0</a:t>
            </a:r>
            <a:r>
              <a:rPr lang="ko-KR" altLang="en-US" dirty="0"/>
              <a:t>초 협정 </a:t>
            </a:r>
            <a:r>
              <a:rPr lang="ko-KR" altLang="en-US" dirty="0" err="1"/>
              <a:t>세계시</a:t>
            </a:r>
            <a:r>
              <a:rPr lang="en-US" altLang="ko-KR" dirty="0"/>
              <a:t>(UTC)</a:t>
            </a:r>
            <a:r>
              <a:rPr lang="ko-KR" altLang="en-US" dirty="0"/>
              <a:t>를 </a:t>
            </a:r>
            <a:r>
              <a:rPr lang="ko-KR" altLang="en-US" b="1" dirty="0" err="1"/>
              <a:t>에폭</a:t>
            </a:r>
            <a:r>
              <a:rPr lang="en-US" altLang="ko-KR" b="1" baseline="30000" dirty="0">
                <a:solidFill>
                  <a:schemeClr val="accent5"/>
                </a:solidFill>
              </a:rPr>
              <a:t>epoch</a:t>
            </a:r>
            <a:r>
              <a:rPr lang="ko-KR" altLang="en-US" dirty="0"/>
              <a:t>이라고 함</a:t>
            </a:r>
            <a:endParaRPr lang="en-US" altLang="ko-KR" dirty="0"/>
          </a:p>
          <a:p>
            <a:r>
              <a:rPr lang="ko-KR" altLang="en-US" dirty="0"/>
              <a:t>유닉스 운영체제에서 표준으로 사용되는 시간 체계는 </a:t>
            </a:r>
            <a:r>
              <a:rPr lang="ko-KR" altLang="en-US" b="1" dirty="0" err="1"/>
              <a:t>에폭</a:t>
            </a:r>
            <a:r>
              <a:rPr lang="ko-KR" altLang="en-US" b="1" dirty="0"/>
              <a:t> 시간</a:t>
            </a:r>
            <a:r>
              <a:rPr lang="ko-KR" altLang="en-US" dirty="0"/>
              <a:t> 혹은 </a:t>
            </a:r>
            <a:r>
              <a:rPr lang="ko-KR" altLang="en-US" b="1" dirty="0"/>
              <a:t>유닉스 시간</a:t>
            </a:r>
            <a:r>
              <a:rPr lang="ko-KR" altLang="en-US" dirty="0"/>
              <a:t>이라고도 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8.3 time </a:t>
            </a:r>
            <a:r>
              <a:rPr lang="ko-KR" altLang="en-US" dirty="0"/>
              <a:t>모듈</a:t>
            </a:r>
          </a:p>
        </p:txBody>
      </p:sp>
    </p:spTree>
    <p:extLst>
      <p:ext uri="{BB962C8B-B14F-4D97-AF65-F5344CB8AC3E}">
        <p14:creationId xmlns:p14="http://schemas.microsoft.com/office/powerpoint/2010/main" val="2426740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B4BB971-BB87-9AAE-F16A-134C3F21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time </a:t>
            </a:r>
            <a:r>
              <a:rPr lang="ko-KR" altLang="en-US" dirty="0"/>
              <a:t>모듈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730899"/>
            <a:ext cx="10015538" cy="37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70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" r="32349"/>
          <a:stretch/>
        </p:blipFill>
        <p:spPr>
          <a:xfrm>
            <a:off x="1463436" y="2207028"/>
            <a:ext cx="6678539" cy="2995593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58B5B3-39B3-A669-C272-E9AEAB1C3B0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strftime</a:t>
            </a:r>
            <a:r>
              <a:rPr lang="en-US" altLang="ko-KR" dirty="0"/>
              <a:t>()</a:t>
            </a:r>
          </a:p>
          <a:p>
            <a:pPr lvl="1"/>
            <a:r>
              <a:rPr lang="en-US" altLang="ko-KR" dirty="0" err="1"/>
              <a:t>localtime</a:t>
            </a:r>
            <a:r>
              <a:rPr lang="en-US" altLang="ko-KR" dirty="0"/>
              <a:t>() </a:t>
            </a:r>
            <a:r>
              <a:rPr lang="ko-KR" altLang="en-US" dirty="0"/>
              <a:t>함수가 반환한 </a:t>
            </a:r>
            <a:r>
              <a:rPr lang="en-US" altLang="ko-KR" dirty="0" err="1"/>
              <a:t>struct_time</a:t>
            </a:r>
            <a:r>
              <a:rPr lang="ko-KR" altLang="en-US" dirty="0"/>
              <a:t>이라는 형식의 </a:t>
            </a:r>
            <a:r>
              <a:rPr lang="ko-KR" altLang="en-US" dirty="0" err="1"/>
              <a:t>튜플</a:t>
            </a:r>
            <a:r>
              <a:rPr lang="ko-KR" altLang="en-US" dirty="0"/>
              <a:t> 값을 지정된 포맷의 문자열로 변환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F7E9EB-63DD-71ED-CAF6-5D1DCB15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time </a:t>
            </a:r>
            <a:r>
              <a:rPr lang="ko-KR" altLang="en-US" dirty="0"/>
              <a:t>모듈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37500"/>
          <a:stretch/>
        </p:blipFill>
        <p:spPr>
          <a:xfrm>
            <a:off x="7823066" y="2821344"/>
            <a:ext cx="3655127" cy="104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84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11" y="1354242"/>
            <a:ext cx="7584422" cy="424251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C570AB-0B46-003D-6E02-86A95E5C81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10933" y="1128237"/>
            <a:ext cx="3327543" cy="4917999"/>
          </a:xfrm>
        </p:spPr>
        <p:txBody>
          <a:bodyPr/>
          <a:lstStyle/>
          <a:p>
            <a:r>
              <a:rPr lang="ko-KR" altLang="en-US" dirty="0"/>
              <a:t>쓰레드</a:t>
            </a:r>
            <a:r>
              <a:rPr lang="en-US" altLang="ko-KR" b="1" baseline="30000" dirty="0">
                <a:solidFill>
                  <a:schemeClr val="accent5"/>
                </a:solidFill>
              </a:rPr>
              <a:t>thread</a:t>
            </a:r>
          </a:p>
          <a:p>
            <a:pPr lvl="1"/>
            <a:r>
              <a:rPr lang="ko-KR" altLang="en-US" dirty="0"/>
              <a:t>한 프로그램 안에서 실행되는 작은 </a:t>
            </a:r>
            <a:r>
              <a:rPr lang="ko-KR" altLang="en-US" dirty="0" smtClean="0"/>
              <a:t>실행 단위를 지칭하는 용어</a:t>
            </a:r>
            <a:endParaRPr lang="ko-KR" altLang="en-US" dirty="0"/>
          </a:p>
          <a:p>
            <a:r>
              <a:rPr lang="en-US" altLang="ko-KR" dirty="0"/>
              <a:t>sleep()</a:t>
            </a:r>
          </a:p>
          <a:p>
            <a:pPr lvl="1"/>
            <a:r>
              <a:rPr lang="ko-KR" altLang="en-US" dirty="0"/>
              <a:t>일정한 시간동안 현재 실행 중인 쓰레드를 일시 중지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1764D0-FE38-31FB-D892-92F79BEE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time </a:t>
            </a:r>
            <a:r>
              <a:rPr lang="ko-KR" altLang="en-US" dirty="0"/>
              <a:t>모듈</a:t>
            </a:r>
          </a:p>
        </p:txBody>
      </p:sp>
    </p:spTree>
    <p:extLst>
      <p:ext uri="{BB962C8B-B14F-4D97-AF65-F5344CB8AC3E}">
        <p14:creationId xmlns:p14="http://schemas.microsoft.com/office/powerpoint/2010/main" val="1633348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6" y="1620380"/>
            <a:ext cx="8860356" cy="4513766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10</a:t>
            </a:r>
            <a:r>
              <a:rPr lang="ko-KR" altLang="en-US" dirty="0"/>
              <a:t>까지의 합을 구하여 출력하는 데까지 걸리는 시간을 정확하게 알아보기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C15C3D-7015-4556-8DD3-3C5F3BEC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time </a:t>
            </a:r>
            <a:r>
              <a:rPr lang="ko-KR" altLang="en-US" dirty="0"/>
              <a:t>모듈</a:t>
            </a:r>
          </a:p>
        </p:txBody>
      </p:sp>
    </p:spTree>
    <p:extLst>
      <p:ext uri="{BB962C8B-B14F-4D97-AF65-F5344CB8AC3E}">
        <p14:creationId xmlns:p14="http://schemas.microsoft.com/office/powerpoint/2010/main" val="1620957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모듈</a:t>
            </a:r>
          </a:p>
          <a:p>
            <a:pPr lvl="1"/>
            <a:r>
              <a:rPr lang="ko-KR" altLang="en-US" dirty="0"/>
              <a:t>수학과 관련된 함수들이 있는 모듈</a:t>
            </a:r>
          </a:p>
          <a:p>
            <a:pPr lvl="1"/>
            <a:r>
              <a:rPr lang="ko-KR" altLang="en-US" dirty="0"/>
              <a:t>원주율 파이 값</a:t>
            </a:r>
            <a:r>
              <a:rPr lang="en-US" altLang="ko-KR" dirty="0"/>
              <a:t>, </a:t>
            </a:r>
            <a:r>
              <a:rPr lang="ko-KR" altLang="en-US" dirty="0"/>
              <a:t>자연 상수 </a:t>
            </a:r>
            <a:r>
              <a:rPr lang="en-US" altLang="ko-KR" dirty="0"/>
              <a:t>e</a:t>
            </a:r>
            <a:r>
              <a:rPr lang="ko-KR" altLang="en-US" dirty="0"/>
              <a:t>값 등이 정의되어 있음</a:t>
            </a:r>
          </a:p>
          <a:p>
            <a:pPr lvl="1"/>
            <a:r>
              <a:rPr lang="en-US" altLang="ko-KR" dirty="0"/>
              <a:t>sin(), cos(), tan(), log(), pow(), ceil(), floor(), </a:t>
            </a:r>
            <a:r>
              <a:rPr lang="en-US" altLang="ko-KR" dirty="0" err="1"/>
              <a:t>trunc</a:t>
            </a:r>
            <a:r>
              <a:rPr lang="en-US" altLang="ko-KR" dirty="0"/>
              <a:t>(), fabs(), </a:t>
            </a:r>
            <a:r>
              <a:rPr lang="en-US" altLang="ko-KR" dirty="0" err="1"/>
              <a:t>copysign</a:t>
            </a:r>
            <a:r>
              <a:rPr lang="en-US" altLang="ko-KR" dirty="0"/>
              <a:t>(</a:t>
            </a:r>
            <a:r>
              <a:rPr lang="en-US" altLang="ko-KR" dirty="0" err="1"/>
              <a:t>x,y</a:t>
            </a:r>
            <a:r>
              <a:rPr lang="en-US" altLang="ko-KR" dirty="0"/>
              <a:t>) </a:t>
            </a:r>
            <a:r>
              <a:rPr lang="ko-KR" altLang="en-US" dirty="0"/>
              <a:t>등의 수학 관련 함수 포함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 </a:t>
            </a:r>
            <a:r>
              <a:rPr lang="ko-KR" altLang="en-US" dirty="0"/>
              <a:t>수학 관련 모듈 </a:t>
            </a:r>
            <a:r>
              <a:rPr lang="en-US" altLang="ko-KR" dirty="0"/>
              <a:t>math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3131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41" y="1756046"/>
            <a:ext cx="9776873" cy="429019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dir</a:t>
            </a:r>
            <a:r>
              <a:rPr lang="en-US" altLang="ko-KR" dirty="0"/>
              <a:t>()</a:t>
            </a:r>
            <a:r>
              <a:rPr lang="ko-KR" altLang="en-US" dirty="0"/>
              <a:t>이라고 하는 내장 함수를 이용하여 </a:t>
            </a:r>
            <a:r>
              <a:rPr lang="en-US" altLang="ko-KR" dirty="0"/>
              <a:t>math </a:t>
            </a:r>
            <a:r>
              <a:rPr lang="ko-KR" altLang="en-US" dirty="0"/>
              <a:t>모듈 </a:t>
            </a:r>
            <a:r>
              <a:rPr lang="ko-KR" altLang="en-US" dirty="0" err="1"/>
              <a:t>내장함수를</a:t>
            </a:r>
            <a:r>
              <a:rPr lang="ko-KR" altLang="en-US" dirty="0"/>
              <a:t> 볼 수 있음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179101-1F7F-447C-B372-28B682A1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 </a:t>
            </a:r>
            <a:r>
              <a:rPr lang="ko-KR" altLang="en-US" dirty="0"/>
              <a:t>수학 관련 모듈 </a:t>
            </a:r>
            <a:r>
              <a:rPr lang="en-US" altLang="ko-KR" dirty="0"/>
              <a:t>math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2274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DAA04-97F7-921B-37CC-561FDF27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 </a:t>
            </a:r>
            <a:r>
              <a:rPr lang="ko-KR" altLang="en-US" dirty="0"/>
              <a:t>수학 관련 모듈 </a:t>
            </a:r>
            <a:r>
              <a:rPr lang="en-US" altLang="ko-KR" dirty="0"/>
              <a:t>math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170409" y="1081417"/>
            <a:ext cx="8313888" cy="55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14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12589"/>
          <a:stretch/>
        </p:blipFill>
        <p:spPr>
          <a:xfrm>
            <a:off x="1272988" y="3170053"/>
            <a:ext cx="5238171" cy="226905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sin(90) </a:t>
            </a:r>
            <a:r>
              <a:rPr lang="ko-KR" altLang="en-US" dirty="0"/>
              <a:t>값이 </a:t>
            </a:r>
            <a:r>
              <a:rPr lang="en-US" altLang="ko-KR" dirty="0"/>
              <a:t>1</a:t>
            </a:r>
            <a:r>
              <a:rPr lang="ko-KR" altLang="en-US" dirty="0"/>
              <a:t>이 아닌 이유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8.4 </a:t>
            </a:r>
            <a:r>
              <a:rPr lang="ko-KR" altLang="en-US" dirty="0"/>
              <a:t>수학 관련 모듈 </a:t>
            </a:r>
            <a:r>
              <a:rPr lang="en-US" altLang="ko-KR" dirty="0"/>
              <a:t>math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6DFB6A-3937-FDBC-95FE-B4A59934413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파이썬 삼각함수는 라디안 각도를 인자 값으로 사용하기 때문</a:t>
            </a:r>
          </a:p>
          <a:p>
            <a:r>
              <a:rPr lang="en-US" altLang="ko-KR" sz="2000" dirty="0" err="1"/>
              <a:t>math.pi</a:t>
            </a:r>
            <a:r>
              <a:rPr lang="en-US" altLang="ko-KR" sz="2000" dirty="0"/>
              <a:t>/2.0</a:t>
            </a:r>
            <a:r>
              <a:rPr lang="ko-KR" altLang="en-US" sz="2000" dirty="0"/>
              <a:t>과 같은 라디안 표기로 변환해서 사용해야 함</a:t>
            </a:r>
            <a:endParaRPr lang="en-US" altLang="ko-KR" sz="2000" dirty="0"/>
          </a:p>
          <a:p>
            <a:pPr lvl="1"/>
            <a:r>
              <a:rPr lang="en-US" altLang="ko-KR" sz="2000" dirty="0"/>
              <a:t>π/2</a:t>
            </a:r>
            <a:r>
              <a:rPr lang="ko-KR" altLang="en-US" sz="2000" dirty="0"/>
              <a:t>의 근사값이기 때문에 정확히 </a:t>
            </a:r>
            <a:r>
              <a:rPr lang="en-US" altLang="ko-KR" sz="2000" dirty="0"/>
              <a:t>1</a:t>
            </a:r>
            <a:r>
              <a:rPr lang="ko-KR" altLang="en-US" sz="2000" dirty="0"/>
              <a:t>은 나오지 않음</a:t>
            </a:r>
          </a:p>
          <a:p>
            <a:endParaRPr lang="ko-KR" altLang="en-US" sz="2000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880" y="3968119"/>
            <a:ext cx="6297731" cy="169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8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sin(90) </a:t>
            </a:r>
            <a:r>
              <a:rPr lang="ko-KR" altLang="en-US" dirty="0"/>
              <a:t>값이 </a:t>
            </a:r>
            <a:r>
              <a:rPr lang="en-US" altLang="ko-KR" dirty="0"/>
              <a:t>1</a:t>
            </a:r>
            <a:r>
              <a:rPr lang="ko-KR" altLang="en-US" dirty="0"/>
              <a:t>이 아닌 이유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8.4 </a:t>
            </a:r>
            <a:r>
              <a:rPr lang="ko-KR" altLang="en-US" dirty="0"/>
              <a:t>수학 관련 모듈 </a:t>
            </a:r>
            <a:r>
              <a:rPr lang="en-US" altLang="ko-KR" dirty="0"/>
              <a:t>math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6DFB6A-3937-FDBC-95FE-B4A59934413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math </a:t>
            </a:r>
            <a:r>
              <a:rPr lang="ko-KR" altLang="en-US" dirty="0"/>
              <a:t>모듈은 자연 상수 </a:t>
            </a:r>
            <a:r>
              <a:rPr lang="en-US" altLang="ko-KR" dirty="0"/>
              <a:t>e </a:t>
            </a:r>
            <a:r>
              <a:rPr lang="ko-KR" altLang="en-US" dirty="0"/>
              <a:t>값을 제공함</a:t>
            </a:r>
            <a:endParaRPr lang="en-US" altLang="ko-KR" dirty="0"/>
          </a:p>
          <a:p>
            <a:r>
              <a:rPr lang="en-US" altLang="ko-KR" dirty="0"/>
              <a:t>sin(π/2)</a:t>
            </a:r>
            <a:r>
              <a:rPr lang="ko-KR" altLang="en-US" dirty="0"/>
              <a:t>는 </a:t>
            </a:r>
            <a:r>
              <a:rPr lang="en-US" altLang="ko-KR" dirty="0" err="1"/>
              <a:t>m.sin</a:t>
            </a:r>
            <a:r>
              <a:rPr lang="en-US" altLang="ko-KR" dirty="0"/>
              <a:t>(</a:t>
            </a:r>
            <a:r>
              <a:rPr lang="en-US" altLang="ko-KR" dirty="0" err="1"/>
              <a:t>m.pi</a:t>
            </a:r>
            <a:r>
              <a:rPr lang="en-US" altLang="ko-KR" dirty="0"/>
              <a:t>/2.0)</a:t>
            </a:r>
            <a:r>
              <a:rPr lang="ko-KR" altLang="en-US" dirty="0"/>
              <a:t>과 같은 방법으로 구함</a:t>
            </a:r>
          </a:p>
          <a:p>
            <a:r>
              <a:rPr lang="en-US" altLang="ko-KR" dirty="0"/>
              <a:t>sin</a:t>
            </a:r>
            <a:r>
              <a:rPr lang="en-US" altLang="ko-KR" baseline="30000" dirty="0"/>
              <a:t>-1</a:t>
            </a:r>
            <a:r>
              <a:rPr lang="en-US" altLang="ko-KR" dirty="0"/>
              <a:t>(1.0) </a:t>
            </a:r>
            <a:r>
              <a:rPr lang="ko-KR" altLang="en-US" dirty="0"/>
              <a:t>값은 </a:t>
            </a:r>
            <a:r>
              <a:rPr lang="en-US" altLang="ko-KR" dirty="0" err="1"/>
              <a:t>m.asin</a:t>
            </a:r>
            <a:r>
              <a:rPr lang="en-US" altLang="ko-KR" dirty="0"/>
              <a:t>(1.0)</a:t>
            </a:r>
            <a:r>
              <a:rPr lang="ko-KR" altLang="en-US" dirty="0"/>
              <a:t>과 같은 방법으로 구함</a:t>
            </a:r>
          </a:p>
          <a:p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578523" y="3027324"/>
            <a:ext cx="5964164" cy="3515366"/>
            <a:chOff x="4347297" y="945551"/>
            <a:chExt cx="8498133" cy="426777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l="582" r="19899"/>
            <a:stretch/>
          </p:blipFill>
          <p:spPr>
            <a:xfrm>
              <a:off x="4347297" y="945551"/>
              <a:ext cx="8498133" cy="2657475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3"/>
            <a:srcRect l="803" t="12284" r="19788"/>
            <a:stretch/>
          </p:blipFill>
          <p:spPr>
            <a:xfrm>
              <a:off x="4347297" y="3029056"/>
              <a:ext cx="8485363" cy="2184271"/>
            </a:xfrm>
            <a:prstGeom prst="rect">
              <a:avLst/>
            </a:prstGeom>
          </p:spPr>
        </p:pic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rcRect r="51173" b="4980"/>
          <a:stretch/>
        </p:blipFill>
        <p:spPr>
          <a:xfrm>
            <a:off x="6975366" y="2621442"/>
            <a:ext cx="4217010" cy="389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7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31312"/>
          <a:stretch/>
        </p:blipFill>
        <p:spPr>
          <a:xfrm>
            <a:off x="174713" y="1187557"/>
            <a:ext cx="6553007" cy="5071349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46242AA0-33F3-8E68-8CCC-47BB246A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 </a:t>
            </a:r>
            <a:r>
              <a:rPr lang="ko-KR" altLang="en-US" dirty="0"/>
              <a:t>수학 관련 모듈 </a:t>
            </a:r>
            <a:r>
              <a:rPr lang="en-US" altLang="ko-KR" dirty="0"/>
              <a:t>math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8A22300-A8FF-5E95-2A91-A08D53B4FF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800"/>
          <a:stretch/>
        </p:blipFill>
        <p:spPr>
          <a:xfrm>
            <a:off x="6313364" y="1664351"/>
            <a:ext cx="5692606" cy="200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69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18" y="1751005"/>
            <a:ext cx="8525934" cy="318860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임의의 수를 생성하거나</a:t>
            </a:r>
            <a:r>
              <a:rPr lang="en-US" altLang="ko-KR" dirty="0"/>
              <a:t>, </a:t>
            </a:r>
            <a:r>
              <a:rPr lang="ko-KR" altLang="en-US" dirty="0"/>
              <a:t>리스트 내의 원소를 무작위로 섞거나 선택하는 함수를 포함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pic>
        <p:nvPicPr>
          <p:cNvPr id="2054" name="Picture 6" descr="Balloon Pop - Memory Train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73645" y="1751005"/>
            <a:ext cx="2298308" cy="407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749905" y="5876959"/>
            <a:ext cx="3345788" cy="338554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ko-KR" altLang="en-US" sz="1600" dirty="0" err="1"/>
              <a:t>랜덤하게</a:t>
            </a:r>
            <a:r>
              <a:rPr lang="ko-KR" altLang="en-US" sz="1600" dirty="0"/>
              <a:t> </a:t>
            </a:r>
            <a:r>
              <a:rPr lang="ko-KR" altLang="en-US" sz="1600"/>
              <a:t>나타나는 </a:t>
            </a:r>
            <a:r>
              <a:rPr lang="ko-KR" altLang="en-US" sz="1600" smtClean="0"/>
              <a:t>풍선 게임 예시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5727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357070" y="2091114"/>
            <a:ext cx="8449082" cy="4498871"/>
            <a:chOff x="2003368" y="601241"/>
            <a:chExt cx="10025149" cy="528201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l="442" r="844"/>
            <a:stretch/>
          </p:blipFill>
          <p:spPr>
            <a:xfrm>
              <a:off x="2003368" y="601241"/>
              <a:ext cx="10025149" cy="2504908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l="555" t="2642" r="861"/>
            <a:stretch/>
          </p:blipFill>
          <p:spPr>
            <a:xfrm>
              <a:off x="2003368" y="2589725"/>
              <a:ext cx="10025149" cy="3293526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B08EFE-2B4E-DCFF-77FD-02443F832D0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dirty="0"/>
              <a:t>random() </a:t>
            </a:r>
            <a:r>
              <a:rPr lang="ko-KR" altLang="en-US" dirty="0"/>
              <a:t>함수는 </a:t>
            </a:r>
            <a:r>
              <a:rPr lang="en-US" altLang="ko-KR" dirty="0"/>
              <a:t>0 </a:t>
            </a:r>
            <a:r>
              <a:rPr lang="ko-KR" altLang="en-US" dirty="0"/>
              <a:t>이상 </a:t>
            </a:r>
            <a:r>
              <a:rPr lang="en-US" altLang="ko-KR" dirty="0"/>
              <a:t>1 </a:t>
            </a:r>
            <a:r>
              <a:rPr lang="ko-KR" altLang="en-US" dirty="0"/>
              <a:t>미만의 임의의 실수를 반환함</a:t>
            </a:r>
            <a:endParaRPr lang="en-US" altLang="ko-KR" dirty="0"/>
          </a:p>
          <a:p>
            <a:pPr fontAlgn="base"/>
            <a:r>
              <a:rPr lang="en-US" altLang="ko-KR" dirty="0" err="1"/>
              <a:t>randrange</a:t>
            </a:r>
            <a:r>
              <a:rPr lang="en-US" altLang="ko-KR" dirty="0"/>
              <a:t>(n, m)</a:t>
            </a:r>
            <a:r>
              <a:rPr lang="ko-KR" altLang="en-US" dirty="0"/>
              <a:t>은 </a:t>
            </a:r>
            <a:r>
              <a:rPr lang="en-US" altLang="ko-KR" dirty="0"/>
              <a:t>n </a:t>
            </a:r>
            <a:r>
              <a:rPr lang="ko-KR" altLang="en-US" dirty="0"/>
              <a:t>이상 </a:t>
            </a:r>
            <a:r>
              <a:rPr lang="en-US" altLang="ko-KR" dirty="0"/>
              <a:t>m </a:t>
            </a:r>
            <a:r>
              <a:rPr lang="ko-KR" altLang="en-US" dirty="0"/>
              <a:t>미만의 임의의 정수를 </a:t>
            </a:r>
            <a:r>
              <a:rPr lang="ko-KR" altLang="en-US" dirty="0" smtClean="0"/>
              <a:t>반환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B39949-DF60-C2F8-973B-0AA85E8E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2338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12116"/>
          <a:stretch/>
        </p:blipFill>
        <p:spPr>
          <a:xfrm>
            <a:off x="380602" y="1299883"/>
            <a:ext cx="7098378" cy="324058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7897906" y="1128237"/>
            <a:ext cx="3184108" cy="4917999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shuffle()</a:t>
            </a:r>
          </a:p>
          <a:p>
            <a:pPr lvl="1"/>
            <a:r>
              <a:rPr lang="ko-KR" altLang="en-US" sz="2000" dirty="0"/>
              <a:t>시퀀스의 원소를 </a:t>
            </a:r>
            <a:r>
              <a:rPr lang="ko-KR" altLang="en-US" sz="2000" dirty="0" err="1"/>
              <a:t>랜덤하게</a:t>
            </a:r>
            <a:r>
              <a:rPr lang="ko-KR" altLang="en-US" sz="2000" dirty="0"/>
              <a:t> 섞어 반환</a:t>
            </a:r>
            <a:endParaRPr lang="en-US" altLang="ko-KR" sz="2000" dirty="0"/>
          </a:p>
          <a:p>
            <a:r>
              <a:rPr lang="en-US" altLang="ko-KR" sz="2400" dirty="0"/>
              <a:t>choice()</a:t>
            </a:r>
          </a:p>
          <a:p>
            <a:pPr lvl="1"/>
            <a:r>
              <a:rPr lang="ko-KR" altLang="en-US" sz="2000" dirty="0"/>
              <a:t>인자로 들어온 시퀀스로부터 임의의 원소를 추출</a:t>
            </a:r>
            <a:endParaRPr lang="en-US" altLang="ko-KR" sz="2000" dirty="0"/>
          </a:p>
          <a:p>
            <a:r>
              <a:rPr lang="en-US" altLang="ko-KR" sz="2400" dirty="0"/>
              <a:t>sample()</a:t>
            </a:r>
          </a:p>
          <a:p>
            <a:pPr lvl="1"/>
            <a:r>
              <a:rPr lang="ko-KR" altLang="en-US" sz="2000" dirty="0"/>
              <a:t>원소를 </a:t>
            </a:r>
            <a:r>
              <a:rPr lang="ko-KR" altLang="en-US" sz="2000" dirty="0" err="1"/>
              <a:t>랜덤하게</a:t>
            </a:r>
            <a:r>
              <a:rPr lang="ko-KR" altLang="en-US" sz="2000" dirty="0"/>
              <a:t> 반환</a:t>
            </a:r>
          </a:p>
          <a:p>
            <a:pPr lvl="1"/>
            <a:r>
              <a:rPr lang="ko-KR" altLang="en-US" sz="2000" dirty="0"/>
              <a:t>반환할 원소의 개수를 인자로 넣어줄 수 있음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9FB3F3-B528-EDD7-DA82-0F14F2FD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4948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2" y="1865347"/>
            <a:ext cx="9627151" cy="239220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shuffle()</a:t>
            </a:r>
            <a:r>
              <a:rPr lang="ko-KR" altLang="en-US" dirty="0"/>
              <a:t>은 매번 다른 순서로 시퀀스를 섞어서 반환함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9ABFC4-6A09-CFE1-4E46-C3E64A9C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4666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ABFC4-6A09-CFE1-4E46-C3E64A9C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78937"/>
            <a:ext cx="10015538" cy="441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88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8.5.1 </a:t>
            </a:r>
            <a:r>
              <a:rPr lang="ko-KR" altLang="en-US" dirty="0"/>
              <a:t>의사 랜덤과 </a:t>
            </a:r>
            <a:r>
              <a:rPr lang="ko-KR" altLang="en-US" dirty="0" err="1"/>
              <a:t>시드번호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87DB62-8049-3FD1-9219-E1425BB5758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177800" lvl="1" indent="-1778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/>
              <a:t>많은 프로그래밍 언어에서 사용하는 랜덤 함수는 </a:t>
            </a:r>
            <a:r>
              <a:rPr lang="ko-KR" altLang="en-US" sz="2000" b="1" dirty="0"/>
              <a:t>의사 랜덤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pseudo random</a:t>
            </a:r>
            <a:r>
              <a:rPr lang="ko-KR" altLang="en-US" sz="2000" baseline="30000" dirty="0">
                <a:solidFill>
                  <a:schemeClr val="accent5"/>
                </a:solidFill>
              </a:rPr>
              <a:t> </a:t>
            </a:r>
            <a:r>
              <a:rPr lang="ko-KR" altLang="en-US" sz="2000" dirty="0"/>
              <a:t>생성기로 만들어 낸다</a:t>
            </a:r>
            <a:r>
              <a:rPr lang="en-US" altLang="ko-KR" sz="2000" dirty="0"/>
              <a:t>.</a:t>
            </a:r>
          </a:p>
          <a:p>
            <a:pPr marL="177800" lvl="1" indent="-1778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2000" spc="-40" dirty="0"/>
              <a:t>X</a:t>
            </a:r>
            <a:r>
              <a:rPr lang="ko-KR" altLang="en-US" sz="2000" spc="-40" dirty="0"/>
              <a:t>는 의사 랜덤 값의 열</a:t>
            </a:r>
            <a:r>
              <a:rPr lang="en-US" altLang="ko-KR" sz="2000" spc="-40" dirty="0"/>
              <a:t>(sequence)</a:t>
            </a:r>
            <a:r>
              <a:rPr lang="ko-KR" altLang="en-US" sz="2000" spc="-40" dirty="0"/>
              <a:t>이 되며</a:t>
            </a:r>
            <a:r>
              <a:rPr lang="en-US" altLang="ko-KR" sz="2000" spc="-40" dirty="0"/>
              <a:t>, </a:t>
            </a:r>
            <a:r>
              <a:rPr lang="en-US" altLang="ko-KR" sz="2000" spc="-40" dirty="0" err="1"/>
              <a:t>X</a:t>
            </a:r>
            <a:r>
              <a:rPr lang="en-US" altLang="ko-KR" sz="2000" spc="-40" baseline="-25000" dirty="0" err="1"/>
              <a:t>n</a:t>
            </a:r>
            <a:r>
              <a:rPr lang="ko-KR" altLang="en-US" sz="2000" spc="-40" dirty="0"/>
              <a:t> 값은 </a:t>
            </a:r>
            <a:r>
              <a:rPr lang="en-US" altLang="ko-KR" sz="2000" spc="-40" dirty="0"/>
              <a:t>X</a:t>
            </a:r>
            <a:r>
              <a:rPr lang="en-US" altLang="ko-KR" sz="2000" spc="-40" baseline="-25000" dirty="0"/>
              <a:t>n+1</a:t>
            </a:r>
            <a:r>
              <a:rPr lang="ko-KR" altLang="en-US" sz="2000" spc="-40" dirty="0"/>
              <a:t> 값을 만드는데 사용될 수 있다</a:t>
            </a:r>
            <a:r>
              <a:rPr lang="en-US" altLang="ko-KR" sz="2000" spc="-40" dirty="0"/>
              <a:t>.</a:t>
            </a:r>
            <a:endParaRPr lang="ko-KR" altLang="en-US" spc="-4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01E29DA-C8F1-13D6-8610-153441163F00}"/>
              </a:ext>
            </a:extLst>
          </p:cNvPr>
          <p:cNvGrpSpPr/>
          <p:nvPr/>
        </p:nvGrpSpPr>
        <p:grpSpPr>
          <a:xfrm>
            <a:off x="1304366" y="3371313"/>
            <a:ext cx="9247093" cy="1282255"/>
            <a:chOff x="838201" y="4245603"/>
            <a:chExt cx="10718800" cy="148633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7C4A993-48EB-EB36-C2FE-0DDCE41037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3512" b="15886"/>
            <a:stretch/>
          </p:blipFill>
          <p:spPr>
            <a:xfrm>
              <a:off x="838201" y="5104291"/>
              <a:ext cx="10718800" cy="6276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635356-F997-65AD-2DA7-AF5A229E74A0}"/>
                </a:ext>
              </a:extLst>
            </p:cNvPr>
            <p:cNvSpPr txBox="1"/>
            <p:nvPr/>
          </p:nvSpPr>
          <p:spPr>
            <a:xfrm>
              <a:off x="2335432" y="4245603"/>
              <a:ext cx="2895334" cy="3924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a-DK" altLang="ko-KR" sz="1600" b="1" kern="0" dirty="0">
                  <a:solidFill>
                    <a:srgbClr val="1C3D62"/>
                  </a:solidFill>
                  <a:latin typeface="+mn-ea"/>
                </a:rPr>
                <a:t>X</a:t>
              </a:r>
              <a:r>
                <a:rPr lang="da-DK" altLang="ko-KR" sz="1600" b="1" kern="0" baseline="-25000" dirty="0">
                  <a:solidFill>
                    <a:srgbClr val="1C3D62"/>
                  </a:solidFill>
                  <a:latin typeface="+mn-ea"/>
                </a:rPr>
                <a:t>n+1</a:t>
              </a:r>
              <a:r>
                <a:rPr lang="ko-KR" altLang="en-US" sz="1600" b="1" dirty="0"/>
                <a:t>은 </a:t>
              </a:r>
              <a:r>
                <a:rPr lang="da-DK" altLang="ko-KR" sz="1600" b="1" kern="0" dirty="0" smtClean="0">
                  <a:solidFill>
                    <a:srgbClr val="1C3D62"/>
                  </a:solidFill>
                  <a:latin typeface="+mn-ea"/>
                </a:rPr>
                <a:t>X</a:t>
              </a:r>
              <a:r>
                <a:rPr lang="da-DK" altLang="ko-KR" sz="1600" b="1" kern="0" baseline="-25000" dirty="0" smtClean="0">
                  <a:solidFill>
                    <a:srgbClr val="1C3D62"/>
                  </a:solidFill>
                  <a:latin typeface="+mn-ea"/>
                </a:rPr>
                <a:t>n </a:t>
              </a:r>
              <a:r>
                <a:rPr lang="ko-KR" altLang="en-US" sz="1600" b="1" dirty="0" smtClean="0"/>
                <a:t>다음의 </a:t>
              </a:r>
              <a:r>
                <a:rPr lang="ko-KR" altLang="en-US" sz="1600" b="1" dirty="0"/>
                <a:t>랜덤 값</a:t>
              </a:r>
              <a:endParaRPr lang="en-US" altLang="ko-KR" sz="1600" b="1" dirty="0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07915AE1-8C16-F0E4-92A2-7A720080D718}"/>
                </a:ext>
              </a:extLst>
            </p:cNvPr>
            <p:cNvCxnSpPr/>
            <p:nvPr/>
          </p:nvCxnSpPr>
          <p:spPr>
            <a:xfrm flipH="1">
              <a:off x="1422400" y="4586510"/>
              <a:ext cx="913032" cy="6797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9803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8.5.1 </a:t>
            </a:r>
            <a:r>
              <a:rPr lang="ko-KR" altLang="en-US" dirty="0"/>
              <a:t>의사 랜덤과 </a:t>
            </a:r>
            <a:r>
              <a:rPr lang="ko-KR" altLang="en-US" dirty="0" err="1"/>
              <a:t>시드번호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87DB62-8049-3FD1-9219-E1425BB5758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91251" y="1700809"/>
            <a:ext cx="4890764" cy="4345428"/>
          </a:xfrm>
        </p:spPr>
        <p:txBody>
          <a:bodyPr/>
          <a:lstStyle/>
          <a:p>
            <a:pPr fontAlgn="base"/>
            <a:r>
              <a:rPr lang="en-US" altLang="ko-KR" sz="2000" dirty="0" err="1"/>
              <a:t>pseudo_rand</a:t>
            </a:r>
            <a:r>
              <a:rPr lang="en-US" altLang="ko-KR" sz="2000" dirty="0"/>
              <a:t>()</a:t>
            </a:r>
            <a:r>
              <a:rPr lang="ko-KR" altLang="en-US" sz="2000" dirty="0"/>
              <a:t>의 입력으로 </a:t>
            </a:r>
            <a:r>
              <a:rPr lang="en-US" altLang="ko-KR" sz="2000" dirty="0"/>
              <a:t>100</a:t>
            </a:r>
            <a:r>
              <a:rPr lang="ko-KR" altLang="en-US" sz="2000" dirty="0"/>
              <a:t>을 넣어주면 </a:t>
            </a:r>
            <a:r>
              <a:rPr lang="en-US" altLang="ko-KR" sz="2000" dirty="0"/>
              <a:t>829870797</a:t>
            </a:r>
            <a:r>
              <a:rPr lang="ko-KR" altLang="en-US" sz="2000" dirty="0"/>
              <a:t>와 같은 난수를 얻을 수 있음</a:t>
            </a:r>
            <a:endParaRPr lang="en-US" altLang="ko-KR" sz="2000" dirty="0"/>
          </a:p>
          <a:p>
            <a:pPr fontAlgn="base"/>
            <a:r>
              <a:rPr lang="ko-KR" altLang="en-US" sz="2000" dirty="0"/>
              <a:t>입력 값을 </a:t>
            </a:r>
            <a:r>
              <a:rPr lang="en-US" altLang="ko-KR" sz="2000" dirty="0"/>
              <a:t>101</a:t>
            </a:r>
            <a:r>
              <a:rPr lang="ko-KR" altLang="en-US" sz="2000" dirty="0"/>
              <a:t>로 변경하면 </a:t>
            </a:r>
            <a:r>
              <a:rPr lang="en-US" altLang="ko-KR" sz="2000" dirty="0"/>
              <a:t>1933386042</a:t>
            </a:r>
            <a:r>
              <a:rPr lang="ko-KR" altLang="en-US" sz="2000" dirty="0"/>
              <a:t>와 같은 전혀 다른 난수 값이 나옴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3DF836-6C9C-29F4-569B-4E77129345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231"/>
          <a:stretch/>
        </p:blipFill>
        <p:spPr>
          <a:xfrm>
            <a:off x="1007434" y="1700809"/>
            <a:ext cx="4726616" cy="435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42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8.5.1 </a:t>
            </a:r>
            <a:r>
              <a:rPr lang="ko-KR" altLang="en-US" dirty="0"/>
              <a:t>의사 랜덤과 </a:t>
            </a:r>
            <a:r>
              <a:rPr lang="ko-KR" altLang="en-US" dirty="0" err="1"/>
              <a:t>시드번호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54462"/>
          <a:stretch/>
        </p:blipFill>
        <p:spPr>
          <a:xfrm>
            <a:off x="6793030" y="2073401"/>
            <a:ext cx="3959052" cy="284788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95" y="1772032"/>
            <a:ext cx="5271858" cy="374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072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8.5.1 </a:t>
            </a:r>
            <a:r>
              <a:rPr lang="ko-KR" altLang="en-US" dirty="0"/>
              <a:t>의사 랜덤과 </a:t>
            </a:r>
            <a:r>
              <a:rPr lang="ko-KR" altLang="en-US" dirty="0" err="1"/>
              <a:t>시드번호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114A12-7207-1321-E027-3D746B5A0E1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변수 </a:t>
            </a:r>
            <a:r>
              <a:rPr lang="en-US" altLang="ko-KR" dirty="0"/>
              <a:t>a, b, m</a:t>
            </a:r>
            <a:r>
              <a:rPr lang="ko-KR" altLang="en-US" dirty="0"/>
              <a:t>을 사용하지 않고 </a:t>
            </a:r>
            <a:r>
              <a:rPr lang="ko-KR" altLang="en-US" dirty="0" err="1"/>
              <a:t>리터럴</a:t>
            </a:r>
            <a:r>
              <a:rPr lang="ko-KR" altLang="en-US" dirty="0"/>
              <a:t> 상수를 이용하여 함수내부를 간단하게 수정</a:t>
            </a:r>
            <a:endParaRPr lang="en-US" altLang="ko-KR" dirty="0"/>
          </a:p>
          <a:p>
            <a:r>
              <a:rPr lang="ko-KR" altLang="en-US" dirty="0"/>
              <a:t>새롭게 얻어진 </a:t>
            </a:r>
            <a:r>
              <a:rPr lang="en-US" altLang="ko-KR" dirty="0"/>
              <a:t>x </a:t>
            </a:r>
            <a:r>
              <a:rPr lang="ko-KR" altLang="en-US" dirty="0"/>
              <a:t>값을 다음 난수를 생성하는데 사용함</a:t>
            </a:r>
            <a:endParaRPr lang="en-US" altLang="ko-KR" dirty="0"/>
          </a:p>
          <a:p>
            <a:r>
              <a:rPr lang="ko-KR" altLang="en-US" dirty="0"/>
              <a:t>위 코드의 </a:t>
            </a:r>
            <a:r>
              <a:rPr lang="en-US" altLang="ko-KR" dirty="0"/>
              <a:t>x</a:t>
            </a:r>
            <a:r>
              <a:rPr lang="ko-KR" altLang="en-US" dirty="0"/>
              <a:t>와 같이 초기에 난수를 생성하기 위한 값을 </a:t>
            </a:r>
            <a:r>
              <a:rPr lang="ko-KR" altLang="en-US" b="1" dirty="0"/>
              <a:t>씨앗 값</a:t>
            </a:r>
            <a:r>
              <a:rPr lang="en-US" altLang="ko-KR" b="1" baseline="30000" dirty="0">
                <a:solidFill>
                  <a:schemeClr val="accent5"/>
                </a:solidFill>
              </a:rPr>
              <a:t>seed number </a:t>
            </a:r>
            <a:r>
              <a:rPr lang="ko-KR" altLang="en-US" dirty="0"/>
              <a:t>혹은 </a:t>
            </a:r>
            <a:r>
              <a:rPr lang="ko-KR" altLang="en-US" b="1" dirty="0" err="1"/>
              <a:t>씨드</a:t>
            </a:r>
            <a:r>
              <a:rPr lang="ko-KR" altLang="en-US" b="1" dirty="0"/>
              <a:t> 값</a:t>
            </a:r>
            <a:r>
              <a:rPr lang="ko-KR" altLang="en-US" dirty="0"/>
              <a:t>이라고 한다</a:t>
            </a:r>
            <a:endParaRPr lang="en-US" altLang="ko-KR" dirty="0"/>
          </a:p>
          <a:p>
            <a:r>
              <a:rPr lang="ko-KR" altLang="en-US" dirty="0" err="1"/>
              <a:t>씨드</a:t>
            </a:r>
            <a:r>
              <a:rPr lang="ko-KR" altLang="en-US" dirty="0"/>
              <a:t> 값으로는 </a:t>
            </a:r>
            <a:r>
              <a:rPr lang="ko-KR" altLang="en-US" dirty="0">
                <a:solidFill>
                  <a:srgbClr val="FF0000"/>
                </a:solidFill>
              </a:rPr>
              <a:t>현재의 시간</a:t>
            </a:r>
            <a:r>
              <a:rPr lang="ko-KR" altLang="en-US" dirty="0"/>
              <a:t>을 사용하면 규칙성이 덜하다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4681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8.5.2 </a:t>
            </a:r>
            <a:r>
              <a:rPr lang="ko-KR" altLang="en-US" dirty="0"/>
              <a:t>로또 번호 만들기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114A12-7207-1321-E027-3D746B5A0E1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로또는 </a:t>
            </a:r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45 </a:t>
            </a:r>
            <a:r>
              <a:rPr lang="ko-KR" altLang="en-US" dirty="0"/>
              <a:t>사이의 임의의 정수를 </a:t>
            </a:r>
            <a:r>
              <a:rPr lang="en-US" altLang="ko-KR" dirty="0"/>
              <a:t>6</a:t>
            </a:r>
            <a:r>
              <a:rPr lang="ko-KR" altLang="en-US" dirty="0"/>
              <a:t>개 맞히는 규칙이 있음</a:t>
            </a:r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en-US" altLang="ko-KR" dirty="0"/>
              <a:t>random </a:t>
            </a:r>
            <a:r>
              <a:rPr lang="ko-KR" altLang="en-US" dirty="0"/>
              <a:t>모듈을 활용하여 로또 번호를 자동으로 생성하여 출력하는 프로그램을 만들어보기</a:t>
            </a:r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186650"/>
            <a:ext cx="924877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4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8.5.2 </a:t>
            </a:r>
            <a:r>
              <a:rPr lang="ko-KR" altLang="en-US" dirty="0"/>
              <a:t>로또 번호 만들기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BBA5B2F-03FD-E965-BC6C-8C70321EDC13}"/>
              </a:ext>
            </a:extLst>
          </p:cNvPr>
          <p:cNvGrpSpPr/>
          <p:nvPr/>
        </p:nvGrpSpPr>
        <p:grpSpPr>
          <a:xfrm>
            <a:off x="1007434" y="1700808"/>
            <a:ext cx="9555792" cy="4435121"/>
            <a:chOff x="622158" y="640160"/>
            <a:chExt cx="10002049" cy="464224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2"/>
            <a:srcRect r="19884"/>
            <a:stretch/>
          </p:blipFill>
          <p:spPr>
            <a:xfrm>
              <a:off x="622158" y="640160"/>
              <a:ext cx="7299871" cy="464224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6999263" y="3987573"/>
              <a:ext cx="3624944" cy="8698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/>
                <a:t>파이썬의</a:t>
              </a:r>
              <a:r>
                <a:rPr lang="ko-KR" altLang="en-US" sz="1600" b="1" dirty="0"/>
                <a:t> 만들어 주는 행운의 수를</a:t>
              </a:r>
              <a:endParaRPr lang="en-US" altLang="ko-KR" sz="1600" b="1" dirty="0"/>
            </a:p>
            <a:p>
              <a:r>
                <a:rPr lang="ko-KR" altLang="en-US" sz="1600" b="1" dirty="0"/>
                <a:t>테스트해 보세요</a:t>
              </a:r>
              <a:endParaRPr lang="en-US" altLang="ko-KR" sz="1600" b="1" dirty="0"/>
            </a:p>
            <a:p>
              <a:r>
                <a:rPr lang="ko-KR" altLang="en-US" sz="1600" b="1" dirty="0"/>
                <a:t>로또 사러 </a:t>
              </a:r>
              <a:r>
                <a:rPr lang="ko-KR" altLang="en-US" sz="1600" b="1" dirty="0" err="1"/>
                <a:t>고고씽</a:t>
              </a:r>
              <a:r>
                <a:rPr lang="en-US" altLang="ko-KR" sz="1600" b="1" dirty="0"/>
                <a:t>~~</a:t>
              </a: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 flipH="1">
              <a:off x="5999923" y="4449148"/>
              <a:ext cx="999340" cy="4624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0153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8.5.2 </a:t>
            </a:r>
            <a:r>
              <a:rPr lang="ko-KR" altLang="en-US" dirty="0"/>
              <a:t>로또 번호 만들기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717D09-5A5B-DF60-60BF-8977D50B156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random </a:t>
            </a:r>
            <a:r>
              <a:rPr lang="ko-KR" altLang="en-US" dirty="0"/>
              <a:t>모듈의 추출</a:t>
            </a:r>
            <a:r>
              <a:rPr lang="en-US" altLang="ko-KR" dirty="0"/>
              <a:t>(</a:t>
            </a:r>
            <a:r>
              <a:rPr lang="ko-KR" altLang="en-US" dirty="0"/>
              <a:t>샘플링</a:t>
            </a:r>
            <a:r>
              <a:rPr lang="en-US" altLang="ko-KR" dirty="0"/>
              <a:t>) </a:t>
            </a:r>
            <a:r>
              <a:rPr lang="ko-KR" altLang="en-US" dirty="0"/>
              <a:t>기능을 수행하는 </a:t>
            </a:r>
            <a:r>
              <a:rPr lang="en-US" altLang="ko-KR" dirty="0"/>
              <a:t>sample() </a:t>
            </a:r>
            <a:r>
              <a:rPr lang="ko-KR" altLang="en-US" dirty="0"/>
              <a:t>함수를 사용하여 위의 코드를 간략하게 다시 만들 수 있음</a:t>
            </a:r>
          </a:p>
          <a:p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6EE3F12-F02C-3ADD-D5A9-D2C39B834843}"/>
              </a:ext>
            </a:extLst>
          </p:cNvPr>
          <p:cNvGrpSpPr/>
          <p:nvPr/>
        </p:nvGrpSpPr>
        <p:grpSpPr>
          <a:xfrm>
            <a:off x="1309599" y="2642930"/>
            <a:ext cx="7739808" cy="3962822"/>
            <a:chOff x="1309599" y="2642930"/>
            <a:chExt cx="8006544" cy="3771432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9599" y="2642930"/>
              <a:ext cx="8006544" cy="2685648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9599" y="5576888"/>
              <a:ext cx="8006544" cy="837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93536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B5E1B0C-8126-0FE8-D467-8BABAD83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8.5.2 </a:t>
            </a:r>
            <a:r>
              <a:rPr lang="ko-KR" altLang="en-US" dirty="0"/>
              <a:t>로또 번호 만들기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FB7C29-C487-92E5-7A4B-50365038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난수 모듈 </a:t>
            </a:r>
            <a:r>
              <a:rPr lang="en-US" altLang="ko-KR" dirty="0"/>
              <a:t>random</a:t>
            </a:r>
            <a:endParaRPr lang="ko-KR" altLang="en-US" dirty="0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256890" y="1589854"/>
            <a:ext cx="7407434" cy="51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493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인터프리터가 제공하는 변수들과 함수들을 직접 제어할 수 있게 해 주는 모듈</a:t>
            </a:r>
            <a:endParaRPr lang="en-US" altLang="ko-KR" dirty="0"/>
          </a:p>
          <a:p>
            <a:r>
              <a:rPr lang="en-US" altLang="ko-KR" dirty="0"/>
              <a:t>prefix </a:t>
            </a:r>
            <a:r>
              <a:rPr lang="ko-KR" altLang="en-US" dirty="0"/>
              <a:t>속성은 </a:t>
            </a:r>
            <a:r>
              <a:rPr lang="ko-KR" altLang="en-US" dirty="0" err="1"/>
              <a:t>파이썬이</a:t>
            </a:r>
            <a:r>
              <a:rPr lang="ko-KR" altLang="en-US" dirty="0"/>
              <a:t> 설치된 경로를 알려줌</a:t>
            </a:r>
          </a:p>
          <a:p>
            <a:r>
              <a:rPr lang="en-US" altLang="ko-KR" dirty="0"/>
              <a:t>version </a:t>
            </a:r>
            <a:r>
              <a:rPr lang="ko-KR" altLang="en-US" dirty="0"/>
              <a:t>속성은 </a:t>
            </a:r>
            <a:r>
              <a:rPr lang="ko-KR" altLang="en-US" dirty="0" err="1"/>
              <a:t>파이썬</a:t>
            </a:r>
            <a:r>
              <a:rPr lang="ko-KR" altLang="en-US" dirty="0"/>
              <a:t> 인터프리터의 버전을 알려줌</a:t>
            </a:r>
            <a:endParaRPr lang="en-US" altLang="ko-KR" dirty="0"/>
          </a:p>
          <a:p>
            <a:r>
              <a:rPr lang="en-US" altLang="ko-KR" dirty="0"/>
              <a:t>copyright </a:t>
            </a:r>
            <a:r>
              <a:rPr lang="ko-KR" altLang="en-US" dirty="0"/>
              <a:t>속성은 </a:t>
            </a:r>
            <a:r>
              <a:rPr lang="ko-KR" altLang="en-US" dirty="0" err="1"/>
              <a:t>파이썬의</a:t>
            </a:r>
            <a:r>
              <a:rPr lang="ko-KR" altLang="en-US" dirty="0"/>
              <a:t> 저작권에 관련된 </a:t>
            </a:r>
            <a:r>
              <a:rPr lang="ko-KR" altLang="en-US"/>
              <a:t>내용을 </a:t>
            </a:r>
            <a:r>
              <a:rPr lang="ko-KR" altLang="en-US" smtClean="0"/>
              <a:t>포함</a:t>
            </a:r>
            <a:endParaRPr lang="en-US" altLang="ko-KR" smtClean="0"/>
          </a:p>
          <a:p>
            <a:r>
              <a:rPr lang="en-US" altLang="ko-KR" smtClean="0"/>
              <a:t>path</a:t>
            </a:r>
            <a:r>
              <a:rPr lang="ko-KR" altLang="en-US" smtClean="0"/>
              <a:t>는 모듈을 찾을 때 참조하는 경로를 나타낸다</a:t>
            </a:r>
            <a:r>
              <a:rPr lang="en-US" altLang="ko-KR" smtClean="0"/>
              <a:t>. </a:t>
            </a:r>
            <a:r>
              <a:rPr lang="ko-KR" altLang="en-US"/>
              <a:t>파이썬이 설치되면 내장 모듈도 </a:t>
            </a:r>
          </a:p>
          <a:p>
            <a:r>
              <a:rPr lang="ko-KR" altLang="en-US"/>
              <a:t>함께 설치되는데</a:t>
            </a:r>
            <a:r>
              <a:rPr lang="en-US" altLang="ko-KR"/>
              <a:t>, </a:t>
            </a:r>
            <a:r>
              <a:rPr lang="ko-KR" altLang="en-US"/>
              <a:t>이 모듈이 시스템의 경로상 어디에 있는지 이 </a:t>
            </a:r>
            <a:r>
              <a:rPr lang="en-US" altLang="ko-KR"/>
              <a:t>path </a:t>
            </a:r>
            <a:r>
              <a:rPr lang="ko-KR" altLang="en-US"/>
              <a:t>정보를 통해 알 </a:t>
            </a:r>
            <a:r>
              <a:rPr lang="ko-KR" altLang="en-US"/>
              <a:t>수 </a:t>
            </a:r>
            <a:r>
              <a:rPr lang="ko-KR" altLang="en-US" smtClean="0"/>
              <a:t>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 sys </a:t>
            </a:r>
            <a:r>
              <a:rPr lang="ko-KR" altLang="en-US" dirty="0"/>
              <a:t>모듈</a:t>
            </a:r>
          </a:p>
        </p:txBody>
      </p:sp>
    </p:spTree>
    <p:extLst>
      <p:ext uri="{BB962C8B-B14F-4D97-AF65-F5344CB8AC3E}">
        <p14:creationId xmlns:p14="http://schemas.microsoft.com/office/powerpoint/2010/main" val="2657147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 sys </a:t>
            </a:r>
            <a:r>
              <a:rPr lang="ko-KR" altLang="en-US" dirty="0"/>
              <a:t>모듈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34025"/>
            <a:ext cx="10015538" cy="45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70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 sys </a:t>
            </a:r>
            <a:r>
              <a:rPr lang="ko-KR" altLang="en-US" dirty="0"/>
              <a:t>모듈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950773"/>
            <a:ext cx="10015538" cy="32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361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모듈을 가져다 쓰는 </a:t>
            </a:r>
            <a:r>
              <a:rPr lang="ko-KR" altLang="en-US"/>
              <a:t>다양한 </a:t>
            </a:r>
            <a:r>
              <a:rPr lang="ko-KR" altLang="en-US" smtClean="0"/>
              <a:t>방법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46" y="1045145"/>
            <a:ext cx="9886762" cy="517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484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모듈을 가져다 쓰는 </a:t>
            </a:r>
            <a:r>
              <a:rPr lang="ko-KR" altLang="en-US"/>
              <a:t>다양한 </a:t>
            </a:r>
            <a:r>
              <a:rPr lang="ko-KR" altLang="en-US" smtClean="0"/>
              <a:t>방법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2" y="1005162"/>
            <a:ext cx="8839111" cy="558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137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052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9C11B3895B08A4E96A2D1D42ADAB91F" ma:contentTypeVersion="11" ma:contentTypeDescription="새 문서를 만듭니다." ma:contentTypeScope="" ma:versionID="96c2aa274bec6d6e342baca59153e768">
  <xsd:schema xmlns:xsd="http://www.w3.org/2001/XMLSchema" xmlns:xs="http://www.w3.org/2001/XMLSchema" xmlns:p="http://schemas.microsoft.com/office/2006/metadata/properties" xmlns:ns3="5509120e-0d6d-4073-b3d6-647a0835581f" targetNamespace="http://schemas.microsoft.com/office/2006/metadata/properties" ma:root="true" ma:fieldsID="7390630744db7ccd3855bd086a1bfea6" ns3:_="">
    <xsd:import namespace="5509120e-0d6d-4073-b3d6-647a083558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9120e-0d6d-4073-b3d6-647a083558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E5143-AF6A-47D1-A432-11560C7DE1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09120e-0d6d-4073-b3d6-647a083558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57A4EB-9A15-4FA8-8E69-416428A975FD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509120e-0d6d-4073-b3d6-647a0835581f"/>
  </ds:schemaRefs>
</ds:datastoreItem>
</file>

<file path=customXml/itemProps3.xml><?xml version="1.0" encoding="utf-8"?>
<ds:datastoreItem xmlns:ds="http://schemas.openxmlformats.org/officeDocument/2006/customXml" ds:itemID="{BFABC142-2E34-4CB3-9238-E87BC7F5C1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20143</TotalTime>
  <Words>1226</Words>
  <Application>Microsoft Office PowerPoint</Application>
  <PresentationFormat>와이드스크린</PresentationFormat>
  <Paragraphs>178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0" baseType="lpstr">
      <vt:lpstr>맑은 고딕</vt:lpstr>
      <vt:lpstr>Arial</vt:lpstr>
      <vt:lpstr>Office 테마</vt:lpstr>
      <vt:lpstr>PowerPoint 프레젠테이션</vt:lpstr>
      <vt:lpstr>PowerPoint 프레젠테이션</vt:lpstr>
      <vt:lpstr>8.1 모듈과 import 문법</vt:lpstr>
      <vt:lpstr>8.1 모듈과 import 문법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8.2 날짜와 시간 모듈 datetime</vt:lpstr>
      <vt:lpstr>8.3 time 모듈</vt:lpstr>
      <vt:lpstr>8.3 time 모듈</vt:lpstr>
      <vt:lpstr>8.3 time 모듈</vt:lpstr>
      <vt:lpstr>8.3 time 모듈</vt:lpstr>
      <vt:lpstr>8.3 time 모듈</vt:lpstr>
      <vt:lpstr>8.4 수학 관련 모듈 math</vt:lpstr>
      <vt:lpstr>8.4 수학 관련 모듈 math</vt:lpstr>
      <vt:lpstr>8.4 수학 관련 모듈 math</vt:lpstr>
      <vt:lpstr>8.4 수학 관련 모듈 math</vt:lpstr>
      <vt:lpstr>8.4 수학 관련 모듈 math</vt:lpstr>
      <vt:lpstr>8.4 수학 관련 모듈 math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8.5 난수 모듈 random</vt:lpstr>
      <vt:lpstr>8.6 sys 모듈</vt:lpstr>
      <vt:lpstr>8.6 sys 모듈</vt:lpstr>
      <vt:lpstr>8.6 sys 모듈</vt:lpstr>
      <vt:lpstr>모듈을 가져다 쓰는 다양한 방법</vt:lpstr>
      <vt:lpstr>모듈을 가져다 쓰는 다양한 방법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USER</cp:lastModifiedBy>
  <cp:revision>214</cp:revision>
  <dcterms:created xsi:type="dcterms:W3CDTF">2019-07-01T11:22:40Z</dcterms:created>
  <dcterms:modified xsi:type="dcterms:W3CDTF">2024-10-31T13:35:42Z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0x01010069C11B3895B08A4E96A2D1D42ADAB91F</vt:lpwstr>
  </property>
</Properties>
</file>